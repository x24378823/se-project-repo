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9"/>
  </p:notesMasterIdLst>
  <p:handoutMasterIdLst>
    <p:handoutMasterId r:id="rId10"/>
  </p:handoutMasterIdLst>
  <p:sldIdLst>
    <p:sldId id="256" r:id="rId5"/>
    <p:sldId id="277" r:id="rId6"/>
    <p:sldId id="264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Badea" userId="07c04ef0-c08c-4801-9d58-0bd6cd9d1bec" providerId="ADAL" clId="{2FD2290B-C2BF-4F69-B8F8-6CE6D96C7FD1}"/>
    <pc:docChg chg="custSel modSld">
      <pc:chgData name="Richard Badea" userId="07c04ef0-c08c-4801-9d58-0bd6cd9d1bec" providerId="ADAL" clId="{2FD2290B-C2BF-4F69-B8F8-6CE6D96C7FD1}" dt="2026-03-25T12:05:12.383" v="19" actId="207"/>
      <pc:docMkLst>
        <pc:docMk/>
      </pc:docMkLst>
      <pc:sldChg chg="modSp mod">
        <pc:chgData name="Richard Badea" userId="07c04ef0-c08c-4801-9d58-0bd6cd9d1bec" providerId="ADAL" clId="{2FD2290B-C2BF-4F69-B8F8-6CE6D96C7FD1}" dt="2026-03-25T12:05:12.383" v="19" actId="207"/>
        <pc:sldMkLst>
          <pc:docMk/>
          <pc:sldMk cId="2436493926" sldId="276"/>
        </pc:sldMkLst>
        <pc:spChg chg="mod">
          <ac:chgData name="Richard Badea" userId="07c04ef0-c08c-4801-9d58-0bd6cd9d1bec" providerId="ADAL" clId="{2FD2290B-C2BF-4F69-B8F8-6CE6D96C7FD1}" dt="2026-03-25T12:04:41.763" v="5" actId="2711"/>
          <ac:spMkLst>
            <pc:docMk/>
            <pc:sldMk cId="2436493926" sldId="276"/>
            <ac:spMk id="4" creationId="{72DA7980-C870-4C9A-84FA-4120D8AF5DE8}"/>
          </ac:spMkLst>
        </pc:spChg>
        <pc:spChg chg="mod">
          <ac:chgData name="Richard Badea" userId="07c04ef0-c08c-4801-9d58-0bd6cd9d1bec" providerId="ADAL" clId="{2FD2290B-C2BF-4F69-B8F8-6CE6D96C7FD1}" dt="2026-03-25T12:05:12.383" v="19" actId="207"/>
          <ac:spMkLst>
            <pc:docMk/>
            <pc:sldMk cId="2436493926" sldId="276"/>
            <ac:spMk id="5" creationId="{0DFADE42-1A3F-40C8-A071-E57644F3D84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Group A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Richard Badea, Rostyslav Kuznets, Kevin Alabi, King Diamonds Ebs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badi" panose="020B0604020104020204" pitchFamily="34" charset="0"/>
              </a:rPr>
              <a:t>Our application was based on an online shopping cart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badi" panose="020B0604020104020204" pitchFamily="34" charset="0"/>
              </a:rPr>
              <a:t>Allowing the user to add, delete, and views items in a virtual shopping cart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badi" panose="020B0604020104020204" pitchFamily="34" charset="0"/>
              </a:rPr>
              <a:t>Lastly it allows the user to purchase their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badi" panose="020B0604020104020204" pitchFamily="34" charset="0"/>
            </a:endParaRPr>
          </a:p>
          <a:p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203092"/>
            <a:ext cx="985157" cy="518383"/>
          </a:xfrm>
        </p:spPr>
        <p:txBody>
          <a:bodyPr/>
          <a:lstStyle/>
          <a:p>
            <a:r>
              <a:rPr lang="en-US" sz="1400" dirty="0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116595"/>
            <a:ext cx="2482842" cy="604879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Rostyslav Kuznets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/>
          <a:lstStyle/>
          <a:p>
            <a:r>
              <a:rPr lang="en-US" dirty="0"/>
              <a:t>Demonstration of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3"/>
            <a:ext cx="5111750" cy="17761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latin typeface="Abadi" panose="020B0604020104020204" pitchFamily="34" charset="0"/>
              </a:rPr>
              <a:t>The user adds the item(s) they wish to purchase.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latin typeface="Abadi" panose="020B0604020104020204" pitchFamily="34" charset="0"/>
              </a:rPr>
              <a:t>The GUI responds back through the TextArea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latin typeface="Abadi" panose="020B0604020104020204" pitchFamily="34" charset="0"/>
              </a:rPr>
              <a:t>The details are stored in a .dat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latin typeface="Abadi" panose="020B0604020104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sz="1400" dirty="0">
                <a:latin typeface="Abadi" panose="020B0604020104020204" pitchFamily="34" charset="0"/>
              </a:rPr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Richard Badea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B93794-64DF-1F77-756F-564A2EC90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538" y="269025"/>
            <a:ext cx="4248743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Thanks For Watching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r>
              <a:rPr lang="en-US" dirty="0"/>
              <a:t>Richard Badea (x24378823)</a:t>
            </a:r>
          </a:p>
          <a:p>
            <a:r>
              <a:rPr lang="en-US" dirty="0"/>
              <a:t>Rostyslav Kuznets (x24326776)</a:t>
            </a:r>
          </a:p>
          <a:p>
            <a:r>
              <a:rPr lang="en-US" dirty="0"/>
              <a:t>Kevin Alabi (x23382521)</a:t>
            </a:r>
          </a:p>
          <a:p>
            <a:r>
              <a:rPr lang="en-US" dirty="0"/>
              <a:t>King Diamonds Ebs (x22387341)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sz="1400" dirty="0">
                <a:latin typeface="Abadi" panose="020B0604020104020204" pitchFamily="34" charset="0"/>
              </a:rPr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Group 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{81B7EB60-EFE1-4C96-882D-D385071334A6}TF1ed81438-95a7-4ae9-841d-43ea2c64f7fc8ae7ff09_win32-aa52a5bb69e3</Template>
  <TotalTime>48</TotalTime>
  <Words>119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Abadi</vt:lpstr>
      <vt:lpstr>Arial</vt:lpstr>
      <vt:lpstr>Calibri</vt:lpstr>
      <vt:lpstr>Tenorite</vt:lpstr>
      <vt:lpstr>Monoline</vt:lpstr>
      <vt:lpstr>Group A Presentation</vt:lpstr>
      <vt:lpstr>System Overview</vt:lpstr>
      <vt:lpstr>Demonstration of prototype</vt:lpstr>
      <vt:lpstr>Thanks For Watching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Badea</dc:creator>
  <cp:lastModifiedBy>Richard Badea</cp:lastModifiedBy>
  <cp:revision>1</cp:revision>
  <dcterms:created xsi:type="dcterms:W3CDTF">2026-03-25T11:14:48Z</dcterms:created>
  <dcterms:modified xsi:type="dcterms:W3CDTF">2026-03-25T12:05:23Z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