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0"/>
  </p:notesMasterIdLst>
  <p:handoutMasterIdLst>
    <p:handoutMasterId r:id="rId11"/>
  </p:handoutMasterIdLst>
  <p:sldIdLst>
    <p:sldId id="256" r:id="rId5"/>
    <p:sldId id="277" r:id="rId6"/>
    <p:sldId id="264" r:id="rId7"/>
    <p:sldId id="276" r:id="rId8"/>
    <p:sldId id="27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03FCF6-7598-4B90-AF3F-90A325291D85}" v="3" dt="2026-03-26T13:46:02.781"/>
  </p1510:revLst>
</p1510:revInfo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9" autoAdjust="0"/>
    <p:restoredTop sz="94609" autoAdjust="0"/>
  </p:normalViewPr>
  <p:slideViewPr>
    <p:cSldViewPr snapToGrid="0">
      <p:cViewPr varScale="1">
        <p:scale>
          <a:sx n="78" d="100"/>
          <a:sy n="78" d="100"/>
        </p:scale>
        <p:origin x="414" y="7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ard Badea" userId="07c04ef0-c08c-4801-9d58-0bd6cd9d1bec" providerId="ADAL" clId="{2FD2290B-C2BF-4F69-B8F8-6CE6D96C7FD1}"/>
    <pc:docChg chg="custSel addSld delSld modSld">
      <pc:chgData name="Richard Badea" userId="07c04ef0-c08c-4801-9d58-0bd6cd9d1bec" providerId="ADAL" clId="{2FD2290B-C2BF-4F69-B8F8-6CE6D96C7FD1}" dt="2026-03-26T13:48:50.473" v="93" actId="20577"/>
      <pc:docMkLst>
        <pc:docMk/>
      </pc:docMkLst>
      <pc:sldChg chg="modSp mod">
        <pc:chgData name="Richard Badea" userId="07c04ef0-c08c-4801-9d58-0bd6cd9d1bec" providerId="ADAL" clId="{2FD2290B-C2BF-4F69-B8F8-6CE6D96C7FD1}" dt="2026-03-25T12:05:12.383" v="19" actId="207"/>
        <pc:sldMkLst>
          <pc:docMk/>
          <pc:sldMk cId="2436493926" sldId="276"/>
        </pc:sldMkLst>
        <pc:spChg chg="mod">
          <ac:chgData name="Richard Badea" userId="07c04ef0-c08c-4801-9d58-0bd6cd9d1bec" providerId="ADAL" clId="{2FD2290B-C2BF-4F69-B8F8-6CE6D96C7FD1}" dt="2026-03-25T12:04:41.763" v="5" actId="2711"/>
          <ac:spMkLst>
            <pc:docMk/>
            <pc:sldMk cId="2436493926" sldId="276"/>
            <ac:spMk id="4" creationId="{72DA7980-C870-4C9A-84FA-4120D8AF5DE8}"/>
          </ac:spMkLst>
        </pc:spChg>
        <pc:spChg chg="mod">
          <ac:chgData name="Richard Badea" userId="07c04ef0-c08c-4801-9d58-0bd6cd9d1bec" providerId="ADAL" clId="{2FD2290B-C2BF-4F69-B8F8-6CE6D96C7FD1}" dt="2026-03-25T12:05:12.383" v="19" actId="207"/>
          <ac:spMkLst>
            <pc:docMk/>
            <pc:sldMk cId="2436493926" sldId="276"/>
            <ac:spMk id="5" creationId="{0DFADE42-1A3F-40C8-A071-E57644F3D843}"/>
          </ac:spMkLst>
        </pc:spChg>
      </pc:sldChg>
      <pc:sldChg chg="modSp new mod">
        <pc:chgData name="Richard Badea" userId="07c04ef0-c08c-4801-9d58-0bd6cd9d1bec" providerId="ADAL" clId="{2FD2290B-C2BF-4F69-B8F8-6CE6D96C7FD1}" dt="2026-03-26T13:48:50.473" v="93" actId="20577"/>
        <pc:sldMkLst>
          <pc:docMk/>
          <pc:sldMk cId="2374496461" sldId="278"/>
        </pc:sldMkLst>
        <pc:spChg chg="mod">
          <ac:chgData name="Richard Badea" userId="07c04ef0-c08c-4801-9d58-0bd6cd9d1bec" providerId="ADAL" clId="{2FD2290B-C2BF-4F69-B8F8-6CE6D96C7FD1}" dt="2026-03-26T13:44:41.493" v="41" actId="20577"/>
          <ac:spMkLst>
            <pc:docMk/>
            <pc:sldMk cId="2374496461" sldId="278"/>
            <ac:spMk id="2" creationId="{923686B5-6AEE-B07F-C3C3-FB9073A80F5C}"/>
          </ac:spMkLst>
        </pc:spChg>
        <pc:spChg chg="mod">
          <ac:chgData name="Richard Badea" userId="07c04ef0-c08c-4801-9d58-0bd6cd9d1bec" providerId="ADAL" clId="{2FD2290B-C2BF-4F69-B8F8-6CE6D96C7FD1}" dt="2026-03-26T13:48:01.477" v="73" actId="20577"/>
          <ac:spMkLst>
            <pc:docMk/>
            <pc:sldMk cId="2374496461" sldId="278"/>
            <ac:spMk id="3" creationId="{786DC601-11DD-CB5D-4DEC-4B9C2F3EB734}"/>
          </ac:spMkLst>
        </pc:spChg>
        <pc:spChg chg="mod">
          <ac:chgData name="Richard Badea" userId="07c04ef0-c08c-4801-9d58-0bd6cd9d1bec" providerId="ADAL" clId="{2FD2290B-C2BF-4F69-B8F8-6CE6D96C7FD1}" dt="2026-03-26T13:48:24.767" v="82" actId="20577"/>
          <ac:spMkLst>
            <pc:docMk/>
            <pc:sldMk cId="2374496461" sldId="278"/>
            <ac:spMk id="4" creationId="{EC0B0605-D9D3-5AA9-92EC-887DCE869A6E}"/>
          </ac:spMkLst>
        </pc:spChg>
        <pc:spChg chg="mod">
          <ac:chgData name="Richard Badea" userId="07c04ef0-c08c-4801-9d58-0bd6cd9d1bec" providerId="ADAL" clId="{2FD2290B-C2BF-4F69-B8F8-6CE6D96C7FD1}" dt="2026-03-26T13:48:50.473" v="93" actId="20577"/>
          <ac:spMkLst>
            <pc:docMk/>
            <pc:sldMk cId="2374496461" sldId="278"/>
            <ac:spMk id="5" creationId="{C58C9315-2E53-C158-EB93-4ECF11812D93}"/>
          </ac:spMkLst>
        </pc:spChg>
      </pc:sldChg>
      <pc:sldChg chg="new del">
        <pc:chgData name="Richard Badea" userId="07c04ef0-c08c-4801-9d58-0bd6cd9d1bec" providerId="ADAL" clId="{2FD2290B-C2BF-4F69-B8F8-6CE6D96C7FD1}" dt="2026-03-26T13:44:21.766" v="21" actId="2696"/>
        <pc:sldMkLst>
          <pc:docMk/>
          <pc:sldMk cId="2745743161" sldId="27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Slide 8 Peo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82546"/>
            <a:ext cx="5111750" cy="152558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X24378823/SE-Project-Repo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/>
          <a:lstStyle/>
          <a:p>
            <a:r>
              <a:rPr lang="en-US" dirty="0"/>
              <a:t>Group A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Richard Badea, Rostyslav Kuznets, Kevin Alabi, King Diamonds Ebs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1020445"/>
            <a:ext cx="3171825" cy="1325563"/>
          </a:xfrm>
        </p:spPr>
        <p:txBody>
          <a:bodyPr/>
          <a:lstStyle/>
          <a:p>
            <a:r>
              <a:rPr lang="en-US" dirty="0"/>
              <a:t>System Overview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2924175"/>
            <a:ext cx="3171825" cy="251936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badi" panose="020B0604020104020204" pitchFamily="34" charset="0"/>
              </a:rPr>
              <a:t>Our application was based on an online shopping cart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badi" panose="020B0604020104020204" pitchFamily="34" charset="0"/>
              </a:rPr>
              <a:t>Allowing the user to add, delete, and views items in a virtual shopping cart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badi" panose="020B0604020104020204" pitchFamily="34" charset="0"/>
              </a:rPr>
              <a:t>Lastly it allows the user to purchase their items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Abadi" panose="020B0604020104020204" pitchFamily="34" charset="0"/>
            </a:endParaRPr>
          </a:p>
          <a:p>
            <a:endParaRPr lang="en-US" sz="1600" dirty="0">
              <a:latin typeface="Abadi" panose="020B0604020104020204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69DF042-37C5-4E09-AA4C-AA66649C95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203092"/>
            <a:ext cx="985157" cy="518383"/>
          </a:xfrm>
        </p:spPr>
        <p:txBody>
          <a:bodyPr/>
          <a:lstStyle/>
          <a:p>
            <a:r>
              <a:rPr lang="en-US" sz="1400" dirty="0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116595"/>
            <a:ext cx="2482842" cy="604879"/>
          </a:xfrm>
        </p:spPr>
        <p:txBody>
          <a:bodyPr/>
          <a:lstStyle/>
          <a:p>
            <a:r>
              <a:rPr lang="en-US" sz="1400" dirty="0">
                <a:solidFill>
                  <a:schemeClr val="tx1"/>
                </a:solidFill>
                <a:latin typeface="Abadi" panose="020B0604020104020204" pitchFamily="34" charset="0"/>
              </a:rPr>
              <a:t>Rostyslav Kuznets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19B51A1E-902D-48AF-9020-955120F399B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5" y="1671639"/>
            <a:ext cx="5111750" cy="1204912"/>
          </a:xfrm>
        </p:spPr>
        <p:txBody>
          <a:bodyPr/>
          <a:lstStyle/>
          <a:p>
            <a:r>
              <a:rPr lang="en-US" dirty="0"/>
              <a:t>Demonstration of prototype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634FE-ADF0-4BC3-A0A9-447EA9DD0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3"/>
            <a:ext cx="5111750" cy="177619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>
                <a:latin typeface="Abadi" panose="020B0604020104020204" pitchFamily="34" charset="0"/>
              </a:rPr>
              <a:t>The user adds the item(s) they wish to purchase.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noProof="1"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>
                <a:latin typeface="Abadi" panose="020B0604020104020204" pitchFamily="34" charset="0"/>
              </a:rPr>
              <a:t>The GUI responds back through the TextArea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noProof="1">
              <a:latin typeface="Abadi" panose="020B0604020104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>
                <a:latin typeface="Abadi" panose="020B0604020104020204" pitchFamily="34" charset="0"/>
              </a:rPr>
              <a:t>The details are stored in a .dat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noProof="1">
              <a:latin typeface="Abadi" panose="020B0604020104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ACA2A-6BBE-47CF-B76F-F56C9DBF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sz="1400" dirty="0">
                <a:latin typeface="Abadi" panose="020B0604020104020204" pitchFamily="34" charset="0"/>
              </a:rPr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A095E-DB05-47EC-A2D5-47398A4A0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/>
          <a:lstStyle/>
          <a:p>
            <a:r>
              <a:rPr lang="en-US" sz="1400" dirty="0">
                <a:solidFill>
                  <a:schemeClr val="tx1"/>
                </a:solidFill>
                <a:latin typeface="Abadi" panose="020B0604020104020204" pitchFamily="34" charset="0"/>
              </a:rPr>
              <a:t>Richard Badea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C3221-5F04-4CA7-A86A-EEA8566A1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3B93794-64DF-1F77-756F-564A2EC90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538" y="269025"/>
            <a:ext cx="4248743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Thanks For Watching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>
            <a:normAutofit/>
          </a:bodyPr>
          <a:lstStyle/>
          <a:p>
            <a:r>
              <a:rPr lang="en-US" dirty="0"/>
              <a:t>Richard Badea (x24378823)</a:t>
            </a:r>
          </a:p>
          <a:p>
            <a:r>
              <a:rPr lang="en-US" dirty="0"/>
              <a:t>Rostyslav Kuznets (x24326776)</a:t>
            </a:r>
          </a:p>
          <a:p>
            <a:r>
              <a:rPr lang="en-US" dirty="0"/>
              <a:t>Kevin Alabi (x23382521)</a:t>
            </a:r>
          </a:p>
          <a:p>
            <a:r>
              <a:rPr lang="en-US" dirty="0"/>
              <a:t>King Diamonds Ebs (x22387341)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DA7980-C870-4C9A-84FA-4120D8AF5D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/>
          <a:p>
            <a:r>
              <a:rPr lang="en-US" sz="1400" dirty="0">
                <a:latin typeface="Abadi" panose="020B0604020104020204" pitchFamily="34" charset="0"/>
              </a:rPr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ADE42-1A3F-40C8-A071-E57644F3D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/>
          <a:p>
            <a:r>
              <a:rPr lang="en-US" sz="1400" dirty="0">
                <a:solidFill>
                  <a:schemeClr val="tx1"/>
                </a:solidFill>
                <a:latin typeface="Abadi" panose="020B0604020104020204" pitchFamily="34" charset="0"/>
              </a:rPr>
              <a:t>Group 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86B5-6AEE-B07F-C3C3-FB9073A80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Appropriate Links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DC601-11DD-CB5D-4DEC-4B9C2F3EB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GitHub-</a:t>
            </a:r>
            <a:r>
              <a:rPr lang="en-US" dirty="0">
                <a:hlinkClick r:id="rId2"/>
              </a:rPr>
              <a:t>https://github.com/X24378823/SE-Project-Repo</a:t>
            </a:r>
            <a:endParaRPr lang="en-US" dirty="0"/>
          </a:p>
          <a:p>
            <a:endParaRPr lang="en-US" dirty="0"/>
          </a:p>
          <a:p>
            <a:r>
              <a:rPr lang="en-US" dirty="0"/>
              <a:t>Teams Video-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B0605-D9D3-5AA9-92EC-887DCE86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z="1400" dirty="0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C9315-2E53-C158-EB93-4ECF11812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400" dirty="0">
                <a:solidFill>
                  <a:schemeClr val="tx1"/>
                </a:solidFill>
                <a:latin typeface="Abadi" panose="020B0604020104020204" pitchFamily="34" charset="0"/>
              </a:rPr>
              <a:t>Group 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C7269-A443-319B-CC50-21D1F4316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496461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180624 Minimalist light sales pitch_Win32_v3" id="{10980D2D-A96C-4E9B-A00E-81C4CAF0ABBD}" vid="{7928933E-F394-4192-9CD9-6D2A259AB5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{81B7EB60-EFE1-4C96-882D-D385071334A6}TF1ed81438-95a7-4ae9-841d-43ea2c64f7fc8ae7ff09_win32-aa52a5bb69e3</Template>
  <TotalTime>53</TotalTime>
  <Words>136</Words>
  <Application>Microsoft Office PowerPoint</Application>
  <PresentationFormat>Widescreen</PresentationFormat>
  <Paragraphs>33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Abadi</vt:lpstr>
      <vt:lpstr>Arial</vt:lpstr>
      <vt:lpstr>Calibri</vt:lpstr>
      <vt:lpstr>Tenorite</vt:lpstr>
      <vt:lpstr>Monoline</vt:lpstr>
      <vt:lpstr>Group A Presentation</vt:lpstr>
      <vt:lpstr>System Overview</vt:lpstr>
      <vt:lpstr>Demonstration of prototype</vt:lpstr>
      <vt:lpstr>Thanks For Watching</vt:lpstr>
      <vt:lpstr>Appropriate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 Badea</dc:creator>
  <cp:lastModifiedBy>Richard Badea</cp:lastModifiedBy>
  <cp:revision>1</cp:revision>
  <dcterms:created xsi:type="dcterms:W3CDTF">2026-03-25T11:14:48Z</dcterms:created>
  <dcterms:modified xsi:type="dcterms:W3CDTF">2026-03-26T13:48:51Z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