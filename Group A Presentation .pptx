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Tenorite"/>
        <a:ea typeface="Tenorite"/>
        <a:cs typeface="Tenorite"/>
        <a:sym typeface="Tenorite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Tenorite"/>
        <a:ea typeface="Tenorite"/>
        <a:cs typeface="Tenorite"/>
        <a:sym typeface="Tenorite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Tenorite"/>
        <a:ea typeface="Tenorite"/>
        <a:cs typeface="Tenorite"/>
        <a:sym typeface="Tenorite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Tenorite"/>
        <a:ea typeface="Tenorite"/>
        <a:cs typeface="Tenorite"/>
        <a:sym typeface="Tenorite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Tenorite"/>
        <a:ea typeface="Tenorite"/>
        <a:cs typeface="Tenorite"/>
        <a:sym typeface="Tenorite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Tenorite"/>
        <a:ea typeface="Tenorite"/>
        <a:cs typeface="Tenorite"/>
        <a:sym typeface="Tenorite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Tenorite"/>
        <a:ea typeface="Tenorite"/>
        <a:cs typeface="Tenorite"/>
        <a:sym typeface="Tenorite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Tenorite"/>
        <a:ea typeface="Tenorite"/>
        <a:cs typeface="Tenorite"/>
        <a:sym typeface="Tenorite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Tenorite"/>
        <a:ea typeface="Tenorite"/>
        <a:cs typeface="Tenorite"/>
        <a:sym typeface="Tenorit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Tenorite"/>
          <a:ea typeface="Tenorite"/>
          <a:cs typeface="Tenorite"/>
        </a:font>
        <a:srgbClr val="000000"/>
      </a:tcTxStyle>
      <a:tcStyle>
        <a:tcBdr>
          <a:left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insideV>
        </a:tcBdr>
        <a:fill>
          <a:solidFill>
            <a:srgbClr val="FDFBF9"/>
          </a:solidFill>
        </a:fill>
      </a:tcStyle>
    </a:wholeTbl>
    <a:band2H>
      <a:tcTxStyle b="def" i="def"/>
      <a:tcStyle>
        <a:tcBdr/>
        <a:fill>
          <a:solidFill>
            <a:srgbClr val="FEFDFC"/>
          </a:solidFill>
        </a:fill>
      </a:tcStyle>
    </a:band2H>
    <a:firstCol>
      <a:tcTxStyle b="on" i="off">
        <a:font>
          <a:latin typeface="Tenorite"/>
          <a:ea typeface="Tenorite"/>
          <a:cs typeface="Tenorite"/>
        </a:font>
        <a:schemeClr val="accent1">
          <a:hueOff val="-1500000"/>
          <a:satOff val="-60000"/>
          <a:lumOff val="3921"/>
        </a:schemeClr>
      </a:tcTxStyle>
      <a:tcStyle>
        <a:tcBdr>
          <a:left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enorite"/>
          <a:ea typeface="Tenorite"/>
          <a:cs typeface="Tenorite"/>
        </a:font>
        <a:schemeClr val="accent1">
          <a:hueOff val="-1500000"/>
          <a:satOff val="-60000"/>
          <a:lumOff val="3921"/>
        </a:schemeClr>
      </a:tcTxStyle>
      <a:tcStyle>
        <a:tcBdr>
          <a:left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Tenorite"/>
          <a:ea typeface="Tenorite"/>
          <a:cs typeface="Tenorite"/>
        </a:font>
        <a:schemeClr val="accent1">
          <a:hueOff val="-1500000"/>
          <a:satOff val="-60000"/>
          <a:lumOff val="3921"/>
        </a:schemeClr>
      </a:tcTxStyle>
      <a:tcStyle>
        <a:tcBdr>
          <a:left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Tenorite"/>
          <a:ea typeface="Tenorite"/>
          <a:cs typeface="Tenorite"/>
        </a:font>
        <a:srgbClr val="000000"/>
      </a:tcTxStyle>
      <a:tcStyle>
        <a:tcBdr>
          <a:left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Tenorite"/>
          <a:ea typeface="Tenorite"/>
          <a:cs typeface="Tenorite"/>
        </a:font>
        <a:schemeClr val="accent1">
          <a:hueOff val="-1500000"/>
          <a:satOff val="-60000"/>
          <a:lumOff val="3921"/>
        </a:schemeClr>
      </a:tcTxStyle>
      <a:tcStyle>
        <a:tcBdr>
          <a:left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Tenorite"/>
          <a:ea typeface="Tenorite"/>
          <a:cs typeface="Tenorite"/>
        </a:font>
        <a:schemeClr val="accent1">
          <a:hueOff val="-1500000"/>
          <a:satOff val="-60000"/>
          <a:lumOff val="3921"/>
        </a:schemeClr>
      </a:tcTxStyle>
      <a:tcStyle>
        <a:tcBdr>
          <a:left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Tenorite"/>
          <a:ea typeface="Tenorite"/>
          <a:cs typeface="Tenorite"/>
        </a:font>
        <a:schemeClr val="accent1">
          <a:hueOff val="-1500000"/>
          <a:satOff val="-60000"/>
          <a:lumOff val="3921"/>
        </a:schemeClr>
      </a:tcTxStyle>
      <a:tcStyle>
        <a:tcBdr>
          <a:left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Tenorite"/>
          <a:ea typeface="Tenorite"/>
          <a:cs typeface="Tenorite"/>
        </a:font>
        <a:srgbClr val="000000"/>
      </a:tcTxStyle>
      <a:tcStyle>
        <a:tcBdr>
          <a:left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Tenorite"/>
          <a:ea typeface="Tenorite"/>
          <a:cs typeface="Tenorite"/>
        </a:font>
        <a:schemeClr val="accent1">
          <a:hueOff val="-1500000"/>
          <a:satOff val="-60000"/>
          <a:lumOff val="3921"/>
        </a:schemeClr>
      </a:tcTxStyle>
      <a:tcStyle>
        <a:tcBdr>
          <a:left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Tenorite"/>
          <a:ea typeface="Tenorite"/>
          <a:cs typeface="Tenorite"/>
        </a:font>
        <a:schemeClr val="accent1">
          <a:hueOff val="-1500000"/>
          <a:satOff val="-60000"/>
          <a:lumOff val="3921"/>
        </a:schemeClr>
      </a:tcTxStyle>
      <a:tcStyle>
        <a:tcBdr>
          <a:left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Tenorite"/>
          <a:ea typeface="Tenorite"/>
          <a:cs typeface="Tenorite"/>
        </a:font>
        <a:schemeClr val="accent1">
          <a:hueOff val="-1500000"/>
          <a:satOff val="-60000"/>
          <a:lumOff val="3921"/>
        </a:schemeClr>
      </a:tcTxStyle>
      <a:tcStyle>
        <a:tcBdr>
          <a:left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Tenorite"/>
          <a:ea typeface="Tenorite"/>
          <a:cs typeface="Tenorit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chemeClr val="accent1">
              <a:hueOff val="-1500000"/>
              <a:satOff val="-60000"/>
              <a:lumOff val="3921"/>
            </a:schemeClr>
          </a:solidFill>
        </a:fill>
      </a:tcStyle>
    </a:band2H>
    <a:firstCol>
      <a:tcTxStyle b="on" i="off">
        <a:font>
          <a:latin typeface="Tenorite"/>
          <a:ea typeface="Tenorite"/>
          <a:cs typeface="Tenorite"/>
        </a:font>
        <a:schemeClr val="accent1">
          <a:hueOff val="-1500000"/>
          <a:satOff val="-60000"/>
          <a:lumOff val="3921"/>
        </a:scheme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enorite"/>
          <a:ea typeface="Tenorite"/>
          <a:cs typeface="Tenorit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-1500000"/>
              <a:satOff val="-60000"/>
              <a:lumOff val="3921"/>
            </a:schemeClr>
          </a:solidFill>
        </a:fill>
      </a:tcStyle>
    </a:lastRow>
    <a:firstRow>
      <a:tcTxStyle b="on" i="off">
        <a:font>
          <a:latin typeface="Tenorite"/>
          <a:ea typeface="Tenorite"/>
          <a:cs typeface="Tenorite"/>
        </a:font>
        <a:schemeClr val="accent1">
          <a:hueOff val="-1500000"/>
          <a:satOff val="-60000"/>
          <a:lumOff val="3921"/>
        </a:scheme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Tenorite"/>
          <a:ea typeface="Tenorite"/>
          <a:cs typeface="Tenorite"/>
        </a:font>
        <a:srgbClr val="000000"/>
      </a:tcTxStyle>
      <a:tcStyle>
        <a:tcBdr>
          <a:left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Tenorite"/>
          <a:ea typeface="Tenorite"/>
          <a:cs typeface="Tenorite"/>
        </a:font>
        <a:schemeClr val="accent1">
          <a:hueOff val="-1500000"/>
          <a:satOff val="-60000"/>
          <a:lumOff val="3921"/>
        </a:schemeClr>
      </a:tcTxStyle>
      <a:tcStyle>
        <a:tcBdr>
          <a:left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Tenorite"/>
          <a:ea typeface="Tenorite"/>
          <a:cs typeface="Tenorite"/>
        </a:font>
        <a:schemeClr val="accent1">
          <a:hueOff val="-1500000"/>
          <a:satOff val="-60000"/>
          <a:lumOff val="3921"/>
        </a:schemeClr>
      </a:tcTxStyle>
      <a:tcStyle>
        <a:tcBdr>
          <a:left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Tenorite"/>
          <a:ea typeface="Tenorite"/>
          <a:cs typeface="Tenorite"/>
        </a:font>
        <a:schemeClr val="accent1">
          <a:hueOff val="-1500000"/>
          <a:satOff val="-60000"/>
          <a:lumOff val="3921"/>
        </a:schemeClr>
      </a:tcTxStyle>
      <a:tcStyle>
        <a:tcBdr>
          <a:left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1">
                  <a:hueOff val="-1500000"/>
                  <a:satOff val="-60000"/>
                  <a:lumOff val="3921"/>
                </a:schemeClr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Tenorite"/>
          <a:ea typeface="Tenorite"/>
          <a:cs typeface="Tenorit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chemeClr val="accent1">
              <a:hueOff val="-1500000"/>
              <a:satOff val="-60000"/>
              <a:lumOff val="3921"/>
            </a:schemeClr>
          </a:solidFill>
        </a:fill>
      </a:tcStyle>
    </a:band2H>
    <a:firstCol>
      <a:tcTxStyle b="on" i="off">
        <a:font>
          <a:latin typeface="Tenorite"/>
          <a:ea typeface="Tenorite"/>
          <a:cs typeface="Tenorit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Tenorite"/>
          <a:ea typeface="Tenorite"/>
          <a:cs typeface="Tenorit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Tenorite"/>
          <a:ea typeface="Tenorite"/>
          <a:cs typeface="Tenorit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320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21" name="Shape 321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LICK TO EDIT MASTER TITLE STYLE"/>
          <p:cNvSpPr txBox="1"/>
          <p:nvPr>
            <p:ph type="title" hasCustomPrompt="1"/>
          </p:nvPr>
        </p:nvSpPr>
        <p:spPr>
          <a:xfrm>
            <a:off x="6416040" y="4434840"/>
            <a:ext cx="4941771" cy="1122203"/>
          </a:xfrm>
          <a:prstGeom prst="rect">
            <a:avLst/>
          </a:prstGeom>
        </p:spPr>
        <p:txBody>
          <a:bodyPr anchor="b"/>
          <a:lstStyle/>
          <a:p>
            <a:pPr/>
            <a:r>
              <a:t>CLICK TO EDIT MASTER TITLE STYLE</a:t>
            </a:r>
          </a:p>
        </p:txBody>
      </p:sp>
      <p:sp>
        <p:nvSpPr>
          <p:cNvPr id="13" name="Body Level One…"/>
          <p:cNvSpPr txBox="1"/>
          <p:nvPr>
            <p:ph type="body" sz="quarter" idx="1"/>
          </p:nvPr>
        </p:nvSpPr>
        <p:spPr>
          <a:xfrm>
            <a:off x="6416040" y="5586889"/>
            <a:ext cx="4941771" cy="39666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1600"/>
            </a:lvl1pPr>
            <a:lvl2pPr marL="0" indent="457200">
              <a:lnSpc>
                <a:spcPct val="100000"/>
              </a:lnSpc>
              <a:buSzTx/>
              <a:buFontTx/>
              <a:buNone/>
              <a:defRPr sz="1600"/>
            </a:lvl2pPr>
            <a:lvl3pPr marL="0" indent="914400">
              <a:lnSpc>
                <a:spcPct val="100000"/>
              </a:lnSpc>
              <a:buSzTx/>
              <a:buFontTx/>
              <a:buNone/>
              <a:defRPr sz="1600"/>
            </a:lvl3pPr>
            <a:lvl4pPr marL="0" indent="1371600">
              <a:lnSpc>
                <a:spcPct val="100000"/>
              </a:lnSpc>
              <a:buSzTx/>
              <a:buFontTx/>
              <a:buNone/>
              <a:defRPr sz="1600"/>
            </a:lvl4pPr>
            <a:lvl5pPr marL="0" indent="1828800">
              <a:lnSpc>
                <a:spcPct val="100000"/>
              </a:lnSpc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14" name="Graphic 7" descr="Graphic 7"/>
          <p:cNvPicPr>
            <a:picLocks noChangeAspect="1"/>
          </p:cNvPicPr>
          <p:nvPr/>
        </p:nvPicPr>
        <p:blipFill>
          <a:blip r:embed="rId2">
            <a:extLst/>
          </a:blip>
          <a:srcRect l="9358" t="23650" r="0" b="0"/>
          <a:stretch>
            <a:fillRect/>
          </a:stretch>
        </p:blipFill>
        <p:spPr>
          <a:xfrm>
            <a:off x="-1" y="-1"/>
            <a:ext cx="9488314" cy="5054258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genda">
    <p:bg>
      <p:bgPr>
        <a:solidFill>
          <a:schemeClr val="accent1">
            <a:hueOff val="-1500000"/>
            <a:satOff val="-60000"/>
            <a:lumOff val="3921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phic 7" descr="Graphic 7"/>
          <p:cNvPicPr>
            <a:picLocks noChangeAspect="1"/>
          </p:cNvPicPr>
          <p:nvPr/>
        </p:nvPicPr>
        <p:blipFill>
          <a:blip r:embed="rId2">
            <a:extLst/>
          </a:blip>
          <a:srcRect l="0" t="18301" r="28341" b="23071"/>
          <a:stretch>
            <a:fillRect/>
          </a:stretch>
        </p:blipFill>
        <p:spPr>
          <a:xfrm>
            <a:off x="5488814" y="-1"/>
            <a:ext cx="6703186" cy="6858002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CLICK TO EDIT MASTER TITLE STYLE"/>
          <p:cNvSpPr txBox="1"/>
          <p:nvPr>
            <p:ph type="title" hasCustomPrompt="1"/>
          </p:nvPr>
        </p:nvSpPr>
        <p:spPr>
          <a:xfrm>
            <a:off x="1333499" y="1020444"/>
            <a:ext cx="3171826" cy="1325564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24" name="Body Level One…"/>
          <p:cNvSpPr txBox="1"/>
          <p:nvPr>
            <p:ph type="body" sz="quarter" idx="1"/>
          </p:nvPr>
        </p:nvSpPr>
        <p:spPr>
          <a:xfrm>
            <a:off x="1333499" y="2924175"/>
            <a:ext cx="3171826" cy="25193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SzTx/>
              <a:buFontTx/>
              <a:buNone/>
              <a:defRPr sz="1400"/>
            </a:lvl1pPr>
            <a:lvl2pPr marL="0" indent="457200">
              <a:lnSpc>
                <a:spcPct val="120000"/>
              </a:lnSpc>
              <a:buSzTx/>
              <a:buFontTx/>
              <a:buNone/>
              <a:defRPr sz="1400"/>
            </a:lvl2pPr>
            <a:lvl3pPr marL="0" indent="914400">
              <a:lnSpc>
                <a:spcPct val="120000"/>
              </a:lnSpc>
              <a:buSzTx/>
              <a:buFontTx/>
              <a:buNone/>
              <a:defRPr sz="1400"/>
            </a:lvl3pPr>
            <a:lvl4pPr marL="0" indent="1371600">
              <a:lnSpc>
                <a:spcPct val="120000"/>
              </a:lnSpc>
              <a:buSzTx/>
              <a:buFontTx/>
              <a:buNone/>
              <a:defRPr sz="1400"/>
            </a:lvl4pPr>
            <a:lvl5pPr marL="0" indent="1828800">
              <a:lnSpc>
                <a:spcPct val="120000"/>
              </a:lnSpc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xfrm>
            <a:off x="6292580" y="6423342"/>
            <a:ext cx="231278" cy="2311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meline">
    <p:bg>
      <p:bgPr>
        <a:solidFill>
          <a:schemeClr val="accent1">
            <a:hueOff val="-1500000"/>
            <a:satOff val="-60000"/>
            <a:lumOff val="3921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raphic 10"/>
          <p:cNvSpPr/>
          <p:nvPr/>
        </p:nvSpPr>
        <p:spPr>
          <a:xfrm>
            <a:off x="2113884" y="0"/>
            <a:ext cx="10078117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130" y="21600"/>
                </a:moveTo>
                <a:lnTo>
                  <a:pt x="0" y="0"/>
                </a:ln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3" name="CLICK TO EDIT TITLE"/>
          <p:cNvSpPr txBox="1"/>
          <p:nvPr>
            <p:ph type="title" hasCustomPrompt="1"/>
          </p:nvPr>
        </p:nvSpPr>
        <p:spPr>
          <a:xfrm>
            <a:off x="838200" y="5509419"/>
            <a:ext cx="4082142" cy="585789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/>
            <a:r>
              <a:t>CLICK TO EDIT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48318" y="1481137"/>
            <a:ext cx="2141765" cy="514351"/>
          </a:xfrm>
          <a:prstGeom prst="rect">
            <a:avLst/>
          </a:prstGeom>
        </p:spPr>
        <p:txBody>
          <a:bodyPr anchor="ctr"/>
          <a:lstStyle>
            <a:lvl1pPr marL="0" indent="0" algn="r">
              <a:buSzTx/>
              <a:buFontTx/>
              <a:buNone/>
              <a:defRPr cap="all" spc="150" sz="1600"/>
            </a:lvl1pPr>
            <a:lvl2pPr marL="609600" indent="-152400" algn="r">
              <a:buFontTx/>
              <a:defRPr cap="all" spc="150" sz="1600"/>
            </a:lvl2pPr>
            <a:lvl3pPr marL="1097280" indent="-182880" algn="r">
              <a:buFontTx/>
              <a:defRPr cap="all" spc="150" sz="1600"/>
            </a:lvl3pPr>
            <a:lvl4pPr marL="1574800" indent="-203200" algn="r">
              <a:buFontTx/>
              <a:defRPr cap="all" spc="150" sz="1600"/>
            </a:lvl4pPr>
            <a:lvl5pPr marL="2032000" indent="-203200" algn="r">
              <a:buFontTx/>
              <a:defRPr cap="all" spc="150" sz="1600"/>
            </a:lvl5pPr>
          </a:lstStyle>
          <a:p>
            <a:pPr/>
            <a:r>
              <a:t>CLICK TO EDIT MASTER TEXT STYLES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Text Placeholder 15"/>
          <p:cNvSpPr/>
          <p:nvPr>
            <p:ph type="body" sz="quarter" idx="21" hasCustomPrompt="1"/>
          </p:nvPr>
        </p:nvSpPr>
        <p:spPr>
          <a:xfrm>
            <a:off x="714374" y="2557463"/>
            <a:ext cx="2141766" cy="514351"/>
          </a:xfrm>
          <a:prstGeom prst="rect">
            <a:avLst/>
          </a:prstGeom>
        </p:spPr>
        <p:txBody>
          <a:bodyPr anchor="ctr"/>
          <a:lstStyle>
            <a:lvl1pPr marL="0" indent="0" algn="r" defTabSz="758951">
              <a:spcBef>
                <a:spcPts val="800"/>
              </a:spcBef>
              <a:buSzTx/>
              <a:buFontTx/>
              <a:buNone/>
              <a:defRPr cap="all" spc="83" sz="1328"/>
            </a:lvl1pPr>
          </a:lstStyle>
          <a:p>
            <a:pPr/>
            <a:r>
              <a:t>CLICK TO EDIT MASTER TEXT STYLES</a:t>
            </a:r>
          </a:p>
        </p:txBody>
      </p:sp>
      <p:sp>
        <p:nvSpPr>
          <p:cNvPr id="36" name="Text Placeholder 15"/>
          <p:cNvSpPr/>
          <p:nvPr>
            <p:ph type="body" sz="quarter" idx="22" hasCustomPrompt="1"/>
          </p:nvPr>
        </p:nvSpPr>
        <p:spPr>
          <a:xfrm>
            <a:off x="1320799" y="3633787"/>
            <a:ext cx="2141766" cy="514351"/>
          </a:xfrm>
          <a:prstGeom prst="rect">
            <a:avLst/>
          </a:prstGeom>
        </p:spPr>
        <p:txBody>
          <a:bodyPr anchor="ctr"/>
          <a:lstStyle>
            <a:lvl1pPr marL="0" indent="0" algn="r" defTabSz="758951">
              <a:spcBef>
                <a:spcPts val="800"/>
              </a:spcBef>
              <a:buSzTx/>
              <a:buFontTx/>
              <a:buNone/>
              <a:defRPr cap="all" spc="83" sz="1328"/>
            </a:lvl1pPr>
          </a:lstStyle>
          <a:p>
            <a:pPr/>
            <a:r>
              <a:t>CLICK TO EDIT MASTER TEXT STYLES</a:t>
            </a:r>
          </a:p>
        </p:txBody>
      </p:sp>
      <p:sp>
        <p:nvSpPr>
          <p:cNvPr id="37" name="Text Placeholder 15"/>
          <p:cNvSpPr/>
          <p:nvPr>
            <p:ph type="body" sz="quarter" idx="23" hasCustomPrompt="1"/>
          </p:nvPr>
        </p:nvSpPr>
        <p:spPr>
          <a:xfrm>
            <a:off x="1904999" y="4710114"/>
            <a:ext cx="2141766" cy="514351"/>
          </a:xfrm>
          <a:prstGeom prst="rect">
            <a:avLst/>
          </a:prstGeom>
        </p:spPr>
        <p:txBody>
          <a:bodyPr anchor="ctr"/>
          <a:lstStyle>
            <a:lvl1pPr marL="0" indent="0" algn="r" defTabSz="758951">
              <a:spcBef>
                <a:spcPts val="800"/>
              </a:spcBef>
              <a:buSzTx/>
              <a:buFontTx/>
              <a:buNone/>
              <a:defRPr cap="all" spc="83" sz="1328"/>
            </a:lvl1pPr>
          </a:lstStyle>
          <a:p>
            <a:pPr/>
            <a:r>
              <a:t>CLICK TO EDIT MASTER TEXT STYLES</a:t>
            </a:r>
          </a:p>
        </p:txBody>
      </p:sp>
      <p:sp>
        <p:nvSpPr>
          <p:cNvPr id="38" name="Text Placeholder 15"/>
          <p:cNvSpPr/>
          <p:nvPr>
            <p:ph type="body" sz="quarter" idx="24" hasCustomPrompt="1"/>
          </p:nvPr>
        </p:nvSpPr>
        <p:spPr>
          <a:xfrm>
            <a:off x="4401534" y="1594477"/>
            <a:ext cx="5539096" cy="101084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1400"/>
            </a:lvl1pPr>
          </a:lstStyle>
          <a:p>
            <a:pPr/>
            <a:r>
              <a:t>Click to edit master text style</a:t>
            </a:r>
          </a:p>
        </p:txBody>
      </p:sp>
      <p:sp>
        <p:nvSpPr>
          <p:cNvPr id="39" name="Text Placeholder 15"/>
          <p:cNvSpPr/>
          <p:nvPr>
            <p:ph type="body" sz="quarter" idx="25" hasCustomPrompt="1"/>
          </p:nvPr>
        </p:nvSpPr>
        <p:spPr>
          <a:xfrm>
            <a:off x="4986027" y="2682563"/>
            <a:ext cx="5539096" cy="101084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1400"/>
            </a:lvl1pPr>
          </a:lstStyle>
          <a:p>
            <a:pPr/>
            <a:r>
              <a:t>Click to edit master text style</a:t>
            </a:r>
          </a:p>
        </p:txBody>
      </p:sp>
      <p:sp>
        <p:nvSpPr>
          <p:cNvPr id="40" name="Text Placeholder 15"/>
          <p:cNvSpPr/>
          <p:nvPr>
            <p:ph type="body" sz="quarter" idx="26" hasCustomPrompt="1"/>
          </p:nvPr>
        </p:nvSpPr>
        <p:spPr>
          <a:xfrm>
            <a:off x="5576936" y="3755394"/>
            <a:ext cx="5539097" cy="101084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1400"/>
            </a:lvl1pPr>
          </a:lstStyle>
          <a:p>
            <a:pPr/>
            <a:r>
              <a:t>Click to edit master text style</a:t>
            </a:r>
          </a:p>
        </p:txBody>
      </p:sp>
      <p:sp>
        <p:nvSpPr>
          <p:cNvPr id="41" name="Text Placeholder 15"/>
          <p:cNvSpPr/>
          <p:nvPr>
            <p:ph type="body" sz="quarter" idx="27" hasCustomPrompt="1"/>
          </p:nvPr>
        </p:nvSpPr>
        <p:spPr>
          <a:xfrm>
            <a:off x="6175278" y="4824429"/>
            <a:ext cx="5539096" cy="101084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1400"/>
            </a:lvl1pPr>
          </a:lstStyle>
          <a:p>
            <a:pPr/>
            <a:r>
              <a:t>Click to edit master text style</a:t>
            </a:r>
          </a:p>
        </p:txBody>
      </p:sp>
      <p:sp>
        <p:nvSpPr>
          <p:cNvPr id="42" name="Straight Connector 2"/>
          <p:cNvSpPr/>
          <p:nvPr/>
        </p:nvSpPr>
        <p:spPr>
          <a:xfrm>
            <a:off x="4353514" y="5023932"/>
            <a:ext cx="1513212" cy="1"/>
          </a:xfrm>
          <a:prstGeom prst="line">
            <a:avLst/>
          </a:prstGeom>
          <a:ln w="6350">
            <a:solidFill>
              <a:srgbClr val="E3B18D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43" name="Straight Connector 3"/>
          <p:cNvSpPr/>
          <p:nvPr/>
        </p:nvSpPr>
        <p:spPr>
          <a:xfrm>
            <a:off x="3759916" y="3948450"/>
            <a:ext cx="1513213" cy="1"/>
          </a:xfrm>
          <a:prstGeom prst="line">
            <a:avLst/>
          </a:prstGeom>
          <a:ln w="6350">
            <a:solidFill>
              <a:srgbClr val="E3B18D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44" name="Straight Connector 7"/>
          <p:cNvSpPr/>
          <p:nvPr/>
        </p:nvSpPr>
        <p:spPr>
          <a:xfrm>
            <a:off x="3173452" y="2872686"/>
            <a:ext cx="1513213" cy="1"/>
          </a:xfrm>
          <a:prstGeom prst="line">
            <a:avLst/>
          </a:prstGeom>
          <a:ln w="6350">
            <a:solidFill>
              <a:srgbClr val="E3B18D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45" name="Straight Connector 8"/>
          <p:cNvSpPr/>
          <p:nvPr/>
        </p:nvSpPr>
        <p:spPr>
          <a:xfrm>
            <a:off x="2586263" y="1796083"/>
            <a:ext cx="1513212" cy="1"/>
          </a:xfrm>
          <a:prstGeom prst="line">
            <a:avLst/>
          </a:prstGeom>
          <a:ln w="6350">
            <a:solidFill>
              <a:srgbClr val="E3B18D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Slide Number"/>
          <p:cNvSpPr txBox="1"/>
          <p:nvPr>
            <p:ph type="sldNum" sz="quarter" idx="2"/>
          </p:nvPr>
        </p:nvSpPr>
        <p:spPr>
          <a:xfrm>
            <a:off x="11122522" y="6423342"/>
            <a:ext cx="231278" cy="2311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CLICK TO EDIT MASTER TITLE STYLE"/>
          <p:cNvSpPr txBox="1"/>
          <p:nvPr>
            <p:ph type="title" hasCustomPrompt="1"/>
          </p:nvPr>
        </p:nvSpPr>
        <p:spPr>
          <a:xfrm>
            <a:off x="1885156" y="892177"/>
            <a:ext cx="8421689" cy="1325564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54" name="Body Level One…"/>
          <p:cNvSpPr txBox="1"/>
          <p:nvPr>
            <p:ph type="body" sz="quarter" idx="1" hasCustomPrompt="1"/>
          </p:nvPr>
        </p:nvSpPr>
        <p:spPr>
          <a:xfrm>
            <a:off x="1485900" y="2563123"/>
            <a:ext cx="4031945" cy="365126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pc="150" sz="2000"/>
            </a:lvl1pPr>
            <a:lvl2pPr marL="647700" indent="-190500" algn="ctr">
              <a:buFontTx/>
              <a:defRPr spc="150" sz="2000"/>
            </a:lvl2pPr>
            <a:lvl3pPr marL="1143000" indent="-228600" algn="ctr">
              <a:buFontTx/>
              <a:defRPr spc="150" sz="2000"/>
            </a:lvl3pPr>
            <a:lvl4pPr marL="1625600" indent="-254000" algn="ctr">
              <a:buFontTx/>
              <a:defRPr spc="150" sz="2000"/>
            </a:lvl4pPr>
            <a:lvl5pPr marL="2082800" indent="-254000" algn="ctr">
              <a:buFontTx/>
              <a:defRPr spc="150" sz="2000"/>
            </a:lvl5pPr>
          </a:lstStyle>
          <a:p>
            <a:pPr/>
            <a:r>
              <a:t>CLICK TO ADD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5" name="Text Placeholder 18"/>
          <p:cNvSpPr/>
          <p:nvPr>
            <p:ph type="body" sz="quarter" idx="21" hasCustomPrompt="1"/>
          </p:nvPr>
        </p:nvSpPr>
        <p:spPr>
          <a:xfrm>
            <a:off x="1485664" y="3070348"/>
            <a:ext cx="4031030" cy="1057309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SzTx/>
              <a:buFontTx/>
              <a:buNone/>
              <a:defRPr sz="1400"/>
            </a:lvl1pPr>
          </a:lstStyle>
          <a:p>
            <a:pPr/>
            <a:r>
              <a:t>Click to add text</a:t>
            </a:r>
          </a:p>
        </p:txBody>
      </p:sp>
      <p:sp>
        <p:nvSpPr>
          <p:cNvPr id="56" name="Text Placeholder 15"/>
          <p:cNvSpPr/>
          <p:nvPr>
            <p:ph type="body" sz="quarter" idx="22" hasCustomPrompt="1"/>
          </p:nvPr>
        </p:nvSpPr>
        <p:spPr>
          <a:xfrm>
            <a:off x="6673004" y="2563123"/>
            <a:ext cx="4031946" cy="365126"/>
          </a:xfrm>
          <a:prstGeom prst="rect">
            <a:avLst/>
          </a:prstGeom>
        </p:spPr>
        <p:txBody>
          <a:bodyPr/>
          <a:lstStyle>
            <a:lvl1pPr marL="0" indent="0" defTabSz="859536">
              <a:spcBef>
                <a:spcPts val="900"/>
              </a:spcBef>
              <a:buSzTx/>
              <a:buFontTx/>
              <a:buNone/>
              <a:defRPr spc="94" sz="1879"/>
            </a:lvl1pPr>
          </a:lstStyle>
          <a:p>
            <a:pPr/>
            <a:r>
              <a:t>CLICK TO ADD SUBTITLE</a:t>
            </a:r>
          </a:p>
        </p:txBody>
      </p:sp>
      <p:sp>
        <p:nvSpPr>
          <p:cNvPr id="57" name="Text Placeholder 18"/>
          <p:cNvSpPr/>
          <p:nvPr>
            <p:ph type="body" sz="quarter" idx="23" hasCustomPrompt="1"/>
          </p:nvPr>
        </p:nvSpPr>
        <p:spPr>
          <a:xfrm>
            <a:off x="6673143" y="3070348"/>
            <a:ext cx="4031031" cy="1057309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SzTx/>
              <a:buFontTx/>
              <a:buNone/>
              <a:defRPr sz="1400"/>
            </a:lvl1pPr>
          </a:lstStyle>
          <a:p>
            <a:pPr/>
            <a:r>
              <a:t>Click to add text</a:t>
            </a:r>
          </a:p>
        </p:txBody>
      </p:sp>
      <p:sp>
        <p:nvSpPr>
          <p:cNvPr id="58" name="Text Placeholder 15"/>
          <p:cNvSpPr/>
          <p:nvPr>
            <p:ph type="body" sz="quarter" idx="24" hasCustomPrompt="1"/>
          </p:nvPr>
        </p:nvSpPr>
        <p:spPr>
          <a:xfrm>
            <a:off x="1485899" y="4319430"/>
            <a:ext cx="4031946" cy="365126"/>
          </a:xfrm>
          <a:prstGeom prst="rect">
            <a:avLst/>
          </a:prstGeom>
        </p:spPr>
        <p:txBody>
          <a:bodyPr/>
          <a:lstStyle>
            <a:lvl1pPr marL="0" indent="0" defTabSz="859536">
              <a:spcBef>
                <a:spcPts val="900"/>
              </a:spcBef>
              <a:buSzTx/>
              <a:buFontTx/>
              <a:buNone/>
              <a:defRPr spc="94" sz="1879"/>
            </a:lvl1pPr>
          </a:lstStyle>
          <a:p>
            <a:pPr/>
            <a:r>
              <a:t>CLICK TO ADD SUBTITLE</a:t>
            </a:r>
          </a:p>
        </p:txBody>
      </p:sp>
      <p:sp>
        <p:nvSpPr>
          <p:cNvPr id="59" name="Text Placeholder 18"/>
          <p:cNvSpPr/>
          <p:nvPr>
            <p:ph type="body" sz="quarter" idx="25" hasCustomPrompt="1"/>
          </p:nvPr>
        </p:nvSpPr>
        <p:spPr>
          <a:xfrm>
            <a:off x="1486412" y="4826656"/>
            <a:ext cx="4031030" cy="1057309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SzTx/>
              <a:buFontTx/>
              <a:buNone/>
              <a:defRPr sz="1400"/>
            </a:lvl1pPr>
          </a:lstStyle>
          <a:p>
            <a:pPr/>
            <a:r>
              <a:t>Click to add text</a:t>
            </a:r>
          </a:p>
        </p:txBody>
      </p:sp>
      <p:sp>
        <p:nvSpPr>
          <p:cNvPr id="60" name="Text Placeholder 15"/>
          <p:cNvSpPr/>
          <p:nvPr>
            <p:ph type="body" sz="quarter" idx="26" hasCustomPrompt="1"/>
          </p:nvPr>
        </p:nvSpPr>
        <p:spPr>
          <a:xfrm>
            <a:off x="6672629" y="4319430"/>
            <a:ext cx="4031946" cy="365126"/>
          </a:xfrm>
          <a:prstGeom prst="rect">
            <a:avLst/>
          </a:prstGeom>
        </p:spPr>
        <p:txBody>
          <a:bodyPr/>
          <a:lstStyle>
            <a:lvl1pPr marL="0" indent="0" defTabSz="859536">
              <a:spcBef>
                <a:spcPts val="900"/>
              </a:spcBef>
              <a:buSzTx/>
              <a:buFontTx/>
              <a:buNone/>
              <a:defRPr spc="94" sz="1879"/>
            </a:lvl1pPr>
          </a:lstStyle>
          <a:p>
            <a:pPr/>
            <a:r>
              <a:t>CLICK TO ADD SUBTITLE</a:t>
            </a:r>
          </a:p>
        </p:txBody>
      </p:sp>
      <p:sp>
        <p:nvSpPr>
          <p:cNvPr id="61" name="Text Placeholder 18"/>
          <p:cNvSpPr/>
          <p:nvPr>
            <p:ph type="body" sz="quarter" idx="27" hasCustomPrompt="1"/>
          </p:nvPr>
        </p:nvSpPr>
        <p:spPr>
          <a:xfrm>
            <a:off x="6673143" y="4826656"/>
            <a:ext cx="4031031" cy="1057309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SzTx/>
              <a:buFontTx/>
              <a:buNone/>
              <a:defRPr sz="1400"/>
            </a:lvl1pPr>
          </a:lstStyle>
          <a:p>
            <a:pPr/>
            <a:r>
              <a:t>Click to add text</a:t>
            </a:r>
          </a:p>
        </p:txBody>
      </p:sp>
      <p:sp>
        <p:nvSpPr>
          <p:cNvPr id="62" name="Slide Number"/>
          <p:cNvSpPr txBox="1"/>
          <p:nvPr>
            <p:ph type="sldNum" sz="quarter" idx="2"/>
          </p:nvPr>
        </p:nvSpPr>
        <p:spPr>
          <a:xfrm>
            <a:off x="11122523" y="6423342"/>
            <a:ext cx="231278" cy="2311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3" name="Straight Connector 1"/>
          <p:cNvSpPr/>
          <p:nvPr/>
        </p:nvSpPr>
        <p:spPr>
          <a:xfrm>
            <a:off x="8688388" y="0"/>
            <a:ext cx="3503613" cy="2352958"/>
          </a:xfrm>
          <a:prstGeom prst="line">
            <a:avLst/>
          </a:prstGeom>
          <a:ln w="635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Straight Connector 5"/>
          <p:cNvSpPr/>
          <p:nvPr/>
        </p:nvSpPr>
        <p:spPr>
          <a:xfrm>
            <a:off x="9720943" y="0"/>
            <a:ext cx="2471058" cy="2699033"/>
          </a:xfrm>
          <a:prstGeom prst="line">
            <a:avLst/>
          </a:prstGeom>
          <a:ln w="635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pic>
        <p:nvPicPr>
          <p:cNvPr id="65" name="Graphic 6" descr="Graphic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473952"/>
            <a:ext cx="2057400" cy="1647826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Graphic 7" descr="Graphic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049000" y="5180889"/>
            <a:ext cx="1143000" cy="914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2 Column">
    <p:bg>
      <p:bgPr>
        <a:solidFill>
          <a:schemeClr val="accent1">
            <a:hueOff val="-1500000"/>
            <a:satOff val="-60000"/>
            <a:lumOff val="3921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CLICK TO EDIT MASTER TITLE STYLE"/>
          <p:cNvSpPr txBox="1"/>
          <p:nvPr>
            <p:ph type="title" hasCustomPrompt="1"/>
          </p:nvPr>
        </p:nvSpPr>
        <p:spPr>
          <a:xfrm>
            <a:off x="1508760" y="4156404"/>
            <a:ext cx="3139440" cy="1325564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74" name="Body Level One…"/>
          <p:cNvSpPr txBox="1"/>
          <p:nvPr>
            <p:ph type="body" sz="quarter" idx="1" hasCustomPrompt="1"/>
          </p:nvPr>
        </p:nvSpPr>
        <p:spPr>
          <a:xfrm>
            <a:off x="5922254" y="1530634"/>
            <a:ext cx="5433205" cy="365126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pc="150" sz="2000"/>
            </a:lvl1pPr>
            <a:lvl2pPr marL="647700" indent="-190500">
              <a:buFontTx/>
              <a:defRPr spc="150" sz="2000"/>
            </a:lvl2pPr>
            <a:lvl3pPr marL="1143000" indent="-228600">
              <a:buFontTx/>
              <a:defRPr spc="150" sz="2000"/>
            </a:lvl3pPr>
            <a:lvl4pPr marL="1625600" indent="-254000">
              <a:buFontTx/>
              <a:defRPr spc="150" sz="2000"/>
            </a:lvl4pPr>
            <a:lvl5pPr marL="2082800" indent="-254000">
              <a:buFontTx/>
              <a:defRPr spc="150" sz="2000"/>
            </a:lvl5pPr>
          </a:lstStyle>
          <a:p>
            <a:pPr/>
            <a:r>
              <a:t>CLICK TO ADD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5" name="Text Placeholder 18"/>
          <p:cNvSpPr/>
          <p:nvPr>
            <p:ph type="body" sz="quarter" idx="21" hasCustomPrompt="1"/>
          </p:nvPr>
        </p:nvSpPr>
        <p:spPr>
          <a:xfrm>
            <a:off x="5921827" y="1860059"/>
            <a:ext cx="5431973" cy="55795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1400"/>
            </a:lvl1pPr>
          </a:lstStyle>
          <a:p>
            <a:pPr/>
            <a:r>
              <a:t>Click to add text</a:t>
            </a:r>
          </a:p>
        </p:txBody>
      </p:sp>
      <p:sp>
        <p:nvSpPr>
          <p:cNvPr id="76" name="Text Placeholder 15"/>
          <p:cNvSpPr/>
          <p:nvPr>
            <p:ph type="body" sz="quarter" idx="22" hasCustomPrompt="1"/>
          </p:nvPr>
        </p:nvSpPr>
        <p:spPr>
          <a:xfrm>
            <a:off x="5922254" y="2630430"/>
            <a:ext cx="5433205" cy="365126"/>
          </a:xfrm>
          <a:prstGeom prst="rect">
            <a:avLst/>
          </a:prstGeom>
        </p:spPr>
        <p:txBody>
          <a:bodyPr/>
          <a:lstStyle>
            <a:lvl1pPr marL="0" indent="0" defTabSz="859536">
              <a:spcBef>
                <a:spcPts val="900"/>
              </a:spcBef>
              <a:buSzTx/>
              <a:buFontTx/>
              <a:buNone/>
              <a:defRPr spc="94" sz="1879"/>
            </a:lvl1pPr>
          </a:lstStyle>
          <a:p>
            <a:pPr/>
            <a:r>
              <a:t>CLICK TO ADD SUBTITLE</a:t>
            </a:r>
          </a:p>
        </p:txBody>
      </p:sp>
      <p:sp>
        <p:nvSpPr>
          <p:cNvPr id="77" name="Text Placeholder 18"/>
          <p:cNvSpPr/>
          <p:nvPr>
            <p:ph type="body" sz="quarter" idx="23" hasCustomPrompt="1"/>
          </p:nvPr>
        </p:nvSpPr>
        <p:spPr>
          <a:xfrm>
            <a:off x="5921827" y="2959855"/>
            <a:ext cx="5431973" cy="55795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1400"/>
            </a:lvl1pPr>
          </a:lstStyle>
          <a:p>
            <a:pPr/>
            <a:r>
              <a:t>Click to add text</a:t>
            </a:r>
          </a:p>
        </p:txBody>
      </p:sp>
      <p:sp>
        <p:nvSpPr>
          <p:cNvPr id="78" name="Text Placeholder 15"/>
          <p:cNvSpPr/>
          <p:nvPr>
            <p:ph type="body" sz="quarter" idx="24" hasCustomPrompt="1"/>
          </p:nvPr>
        </p:nvSpPr>
        <p:spPr>
          <a:xfrm>
            <a:off x="5922254" y="3730226"/>
            <a:ext cx="5433205" cy="365126"/>
          </a:xfrm>
          <a:prstGeom prst="rect">
            <a:avLst/>
          </a:prstGeom>
        </p:spPr>
        <p:txBody>
          <a:bodyPr/>
          <a:lstStyle>
            <a:lvl1pPr marL="0" indent="0" defTabSz="859536">
              <a:spcBef>
                <a:spcPts val="900"/>
              </a:spcBef>
              <a:buSzTx/>
              <a:buFontTx/>
              <a:buNone/>
              <a:defRPr spc="94" sz="1879"/>
            </a:lvl1pPr>
          </a:lstStyle>
          <a:p>
            <a:pPr/>
            <a:r>
              <a:t>CLICK TO ADD SUBTITLE</a:t>
            </a:r>
          </a:p>
        </p:txBody>
      </p:sp>
      <p:sp>
        <p:nvSpPr>
          <p:cNvPr id="79" name="Text Placeholder 18"/>
          <p:cNvSpPr/>
          <p:nvPr>
            <p:ph type="body" sz="quarter" idx="25" hasCustomPrompt="1"/>
          </p:nvPr>
        </p:nvSpPr>
        <p:spPr>
          <a:xfrm>
            <a:off x="5921827" y="4059651"/>
            <a:ext cx="5431973" cy="55795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1400"/>
            </a:lvl1pPr>
          </a:lstStyle>
          <a:p>
            <a:pPr/>
            <a:r>
              <a:t>Click to add text</a:t>
            </a:r>
          </a:p>
        </p:txBody>
      </p:sp>
      <p:sp>
        <p:nvSpPr>
          <p:cNvPr id="80" name="Text Placeholder 15"/>
          <p:cNvSpPr/>
          <p:nvPr>
            <p:ph type="body" sz="quarter" idx="26" hasCustomPrompt="1"/>
          </p:nvPr>
        </p:nvSpPr>
        <p:spPr>
          <a:xfrm>
            <a:off x="5920106" y="4830024"/>
            <a:ext cx="5433205" cy="365126"/>
          </a:xfrm>
          <a:prstGeom prst="rect">
            <a:avLst/>
          </a:prstGeom>
        </p:spPr>
        <p:txBody>
          <a:bodyPr/>
          <a:lstStyle>
            <a:lvl1pPr marL="0" indent="0" defTabSz="859536">
              <a:spcBef>
                <a:spcPts val="900"/>
              </a:spcBef>
              <a:buSzTx/>
              <a:buFontTx/>
              <a:buNone/>
              <a:defRPr spc="94" sz="1879"/>
            </a:lvl1pPr>
          </a:lstStyle>
          <a:p>
            <a:pPr/>
            <a:r>
              <a:t>CLICK TO ADD SUBTITLE</a:t>
            </a:r>
          </a:p>
        </p:txBody>
      </p:sp>
      <p:sp>
        <p:nvSpPr>
          <p:cNvPr id="81" name="Text Placeholder 18"/>
          <p:cNvSpPr/>
          <p:nvPr>
            <p:ph type="body" sz="quarter" idx="27" hasCustomPrompt="1"/>
          </p:nvPr>
        </p:nvSpPr>
        <p:spPr>
          <a:xfrm>
            <a:off x="5919680" y="5159449"/>
            <a:ext cx="5431972" cy="55795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1400"/>
            </a:lvl1pPr>
          </a:lstStyle>
          <a:p>
            <a:pPr/>
            <a:r>
              <a:t>Click to add text</a:t>
            </a:r>
          </a:p>
        </p:txBody>
      </p:sp>
      <p:sp>
        <p:nvSpPr>
          <p:cNvPr id="82" name="Slide Number"/>
          <p:cNvSpPr txBox="1"/>
          <p:nvPr>
            <p:ph type="sldNum" sz="quarter" idx="2"/>
          </p:nvPr>
        </p:nvSpPr>
        <p:spPr>
          <a:xfrm>
            <a:off x="11122522" y="6423342"/>
            <a:ext cx="231278" cy="2311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83" name="Graphic 1" descr="Graphic 1"/>
          <p:cNvPicPr>
            <a:picLocks noChangeAspect="1"/>
          </p:cNvPicPr>
          <p:nvPr/>
        </p:nvPicPr>
        <p:blipFill>
          <a:blip r:embed="rId2">
            <a:extLst/>
          </a:blip>
          <a:srcRect l="39434" t="20278" r="0" b="22673"/>
          <a:stretch>
            <a:fillRect/>
          </a:stretch>
        </p:blipFill>
        <p:spPr>
          <a:xfrm>
            <a:off x="-4697" y="-2"/>
            <a:ext cx="4896736" cy="43859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Introdu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CLICK TO EDIT MASTER TITLE STYLE"/>
          <p:cNvSpPr txBox="1"/>
          <p:nvPr>
            <p:ph type="title" hasCustomPrompt="1"/>
          </p:nvPr>
        </p:nvSpPr>
        <p:spPr>
          <a:xfrm>
            <a:off x="1362075" y="1671639"/>
            <a:ext cx="5111750" cy="1204913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91" name="Body Level One…"/>
          <p:cNvSpPr txBox="1"/>
          <p:nvPr>
            <p:ph type="body" sz="quarter" idx="1"/>
          </p:nvPr>
        </p:nvSpPr>
        <p:spPr>
          <a:xfrm>
            <a:off x="1362075" y="3660773"/>
            <a:ext cx="5111750" cy="152558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pc="50" sz="1400"/>
            </a:lvl1pPr>
            <a:lvl2pPr marL="0" indent="457200">
              <a:lnSpc>
                <a:spcPct val="100000"/>
              </a:lnSpc>
              <a:buSzTx/>
              <a:buFontTx/>
              <a:buNone/>
              <a:defRPr spc="50" sz="1400"/>
            </a:lvl2pPr>
            <a:lvl3pPr marL="0" indent="914400">
              <a:lnSpc>
                <a:spcPct val="100000"/>
              </a:lnSpc>
              <a:buSzTx/>
              <a:buFontTx/>
              <a:buNone/>
              <a:defRPr spc="50" sz="1400"/>
            </a:lvl3pPr>
            <a:lvl4pPr marL="0" indent="1371600">
              <a:lnSpc>
                <a:spcPct val="100000"/>
              </a:lnSpc>
              <a:buSzTx/>
              <a:buFontTx/>
              <a:buNone/>
              <a:defRPr spc="50" sz="1400"/>
            </a:lvl4pPr>
            <a:lvl5pPr marL="0" indent="1828800">
              <a:lnSpc>
                <a:spcPct val="100000"/>
              </a:lnSpc>
              <a:buSzTx/>
              <a:buFontTx/>
              <a:buNone/>
              <a:defRPr spc="50"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2" name="Straight Connector 13"/>
          <p:cNvSpPr/>
          <p:nvPr/>
        </p:nvSpPr>
        <p:spPr>
          <a:xfrm>
            <a:off x="9096375" y="1497012"/>
            <a:ext cx="3095626" cy="1"/>
          </a:xfrm>
          <a:prstGeom prst="line">
            <a:avLst/>
          </a:prstGeom>
          <a:ln w="6350">
            <a:solidFill>
              <a:srgbClr val="E3B18D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93" name="Straight Connector 22"/>
          <p:cNvSpPr/>
          <p:nvPr/>
        </p:nvSpPr>
        <p:spPr>
          <a:xfrm flipH="1">
            <a:off x="6953249" y="-25401"/>
            <a:ext cx="3790951" cy="6902451"/>
          </a:xfrm>
          <a:prstGeom prst="line">
            <a:avLst/>
          </a:prstGeom>
          <a:ln w="6350">
            <a:solidFill>
              <a:srgbClr val="E3B18D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94" name="Slide Number"/>
          <p:cNvSpPr txBox="1"/>
          <p:nvPr>
            <p:ph type="sldNum" sz="quarter" idx="2"/>
          </p:nvPr>
        </p:nvSpPr>
        <p:spPr>
          <a:xfrm>
            <a:off x="11122523" y="6423342"/>
            <a:ext cx="231278" cy="2311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LICK TO EDIT MASTER TITLE STY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10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Quote">
    <p:bg>
      <p:bgPr>
        <a:solidFill>
          <a:schemeClr val="accent1">
            <a:hueOff val="-1500000"/>
            <a:satOff val="-60000"/>
            <a:lumOff val="3921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raphic 6" descr="Graphic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10" name="CLICK TO EDIT MASTER TITLE STYLE"/>
          <p:cNvSpPr txBox="1"/>
          <p:nvPr>
            <p:ph type="title" hasCustomPrompt="1"/>
          </p:nvPr>
        </p:nvSpPr>
        <p:spPr>
          <a:xfrm>
            <a:off x="5920168" y="1152771"/>
            <a:ext cx="5431973" cy="846301"/>
          </a:xfrm>
          <a:prstGeom prst="rect">
            <a:avLst/>
          </a:prstGeom>
        </p:spPr>
        <p:txBody>
          <a:bodyPr anchor="t"/>
          <a:lstStyle>
            <a:lvl1pPr>
              <a:defRPr sz="2800"/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111" name="Straight Connector 8"/>
          <p:cNvSpPr/>
          <p:nvPr/>
        </p:nvSpPr>
        <p:spPr>
          <a:xfrm flipV="1">
            <a:off x="2209800" y="-1"/>
            <a:ext cx="2438401" cy="6858002"/>
          </a:xfrm>
          <a:prstGeom prst="line">
            <a:avLst/>
          </a:prstGeom>
          <a:ln w="6350">
            <a:solidFill>
              <a:srgbClr val="E3B18D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Body Level One…"/>
          <p:cNvSpPr txBox="1"/>
          <p:nvPr>
            <p:ph type="body" sz="quarter" idx="1" hasCustomPrompt="1"/>
          </p:nvPr>
        </p:nvSpPr>
        <p:spPr>
          <a:xfrm>
            <a:off x="5922254" y="2469514"/>
            <a:ext cx="5433205" cy="365126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cap="all" spc="150" sz="2000"/>
            </a:lvl1pPr>
            <a:lvl2pPr marL="647700" indent="-190500">
              <a:buFontTx/>
              <a:defRPr cap="all" spc="150" sz="2000"/>
            </a:lvl2pPr>
            <a:lvl3pPr marL="1143000" indent="-228600">
              <a:buFontTx/>
              <a:defRPr cap="all" spc="150" sz="2000"/>
            </a:lvl3pPr>
            <a:lvl4pPr marL="1625600" indent="-254000">
              <a:buFontTx/>
              <a:defRPr cap="all" spc="150" sz="2000"/>
            </a:lvl4pPr>
            <a:lvl5pPr marL="2082800" indent="-254000">
              <a:buFontTx/>
              <a:defRPr cap="all" spc="150" sz="2000"/>
            </a:lvl5pPr>
          </a:lstStyle>
          <a:p>
            <a:pPr/>
            <a:r>
              <a:t>CLICK TO ADD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3" name="Text Placeholder 18"/>
          <p:cNvSpPr/>
          <p:nvPr>
            <p:ph type="body" sz="quarter" idx="21" hasCustomPrompt="1"/>
          </p:nvPr>
        </p:nvSpPr>
        <p:spPr>
          <a:xfrm>
            <a:off x="5921827" y="2798940"/>
            <a:ext cx="5431973" cy="55795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1400"/>
            </a:lvl1pPr>
          </a:lstStyle>
          <a:p>
            <a:pPr/>
            <a:r>
              <a:t>Click to add text</a:t>
            </a:r>
          </a:p>
        </p:txBody>
      </p:sp>
      <p:sp>
        <p:nvSpPr>
          <p:cNvPr id="114" name="Text Placeholder 15"/>
          <p:cNvSpPr/>
          <p:nvPr>
            <p:ph type="body" sz="quarter" idx="22" hasCustomPrompt="1"/>
          </p:nvPr>
        </p:nvSpPr>
        <p:spPr>
          <a:xfrm>
            <a:off x="5922254" y="3569310"/>
            <a:ext cx="5433205" cy="365126"/>
          </a:xfrm>
          <a:prstGeom prst="rect">
            <a:avLst/>
          </a:prstGeom>
        </p:spPr>
        <p:txBody>
          <a:bodyPr/>
          <a:lstStyle>
            <a:lvl1pPr marL="0" indent="0" defTabSz="859536">
              <a:spcBef>
                <a:spcPts val="900"/>
              </a:spcBef>
              <a:buSzTx/>
              <a:buFontTx/>
              <a:buNone/>
              <a:defRPr cap="all" spc="94" sz="1879"/>
            </a:lvl1pPr>
          </a:lstStyle>
          <a:p>
            <a:pPr/>
            <a:r>
              <a:t>CLICK TO ADD SUBTITLE</a:t>
            </a:r>
          </a:p>
        </p:txBody>
      </p:sp>
      <p:sp>
        <p:nvSpPr>
          <p:cNvPr id="115" name="Text Placeholder 18"/>
          <p:cNvSpPr/>
          <p:nvPr>
            <p:ph type="body" sz="quarter" idx="23" hasCustomPrompt="1"/>
          </p:nvPr>
        </p:nvSpPr>
        <p:spPr>
          <a:xfrm>
            <a:off x="5921827" y="3898736"/>
            <a:ext cx="5431973" cy="55795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1400"/>
            </a:lvl1pPr>
          </a:lstStyle>
          <a:p>
            <a:pPr/>
            <a:r>
              <a:t>Click to add text</a:t>
            </a:r>
          </a:p>
        </p:txBody>
      </p:sp>
      <p:sp>
        <p:nvSpPr>
          <p:cNvPr id="116" name="Text Placeholder 15"/>
          <p:cNvSpPr/>
          <p:nvPr>
            <p:ph type="body" sz="quarter" idx="24" hasCustomPrompt="1"/>
          </p:nvPr>
        </p:nvSpPr>
        <p:spPr>
          <a:xfrm>
            <a:off x="5922254" y="4669106"/>
            <a:ext cx="5433205" cy="365126"/>
          </a:xfrm>
          <a:prstGeom prst="rect">
            <a:avLst/>
          </a:prstGeom>
        </p:spPr>
        <p:txBody>
          <a:bodyPr/>
          <a:lstStyle>
            <a:lvl1pPr marL="0" indent="0" defTabSz="859536">
              <a:spcBef>
                <a:spcPts val="900"/>
              </a:spcBef>
              <a:buSzTx/>
              <a:buFontTx/>
              <a:buNone/>
              <a:defRPr cap="all" spc="94" sz="1879"/>
            </a:lvl1pPr>
          </a:lstStyle>
          <a:p>
            <a:pPr/>
            <a:r>
              <a:t>CLICK TO ADD SUBTITLE</a:t>
            </a:r>
          </a:p>
        </p:txBody>
      </p:sp>
      <p:sp>
        <p:nvSpPr>
          <p:cNvPr id="117" name="Text Placeholder 18"/>
          <p:cNvSpPr/>
          <p:nvPr>
            <p:ph type="body" sz="quarter" idx="25" hasCustomPrompt="1"/>
          </p:nvPr>
        </p:nvSpPr>
        <p:spPr>
          <a:xfrm>
            <a:off x="5921827" y="4998532"/>
            <a:ext cx="5431973" cy="55795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1400"/>
            </a:lvl1pPr>
          </a:lstStyle>
          <a:p>
            <a:pPr/>
            <a:r>
              <a:t>Click to add text</a:t>
            </a:r>
          </a:p>
        </p:txBody>
      </p:sp>
      <p:sp>
        <p:nvSpPr>
          <p:cNvPr id="118" name="Slide Number"/>
          <p:cNvSpPr txBox="1"/>
          <p:nvPr>
            <p:ph type="sldNum" sz="quarter" idx="2"/>
          </p:nvPr>
        </p:nvSpPr>
        <p:spPr>
          <a:xfrm>
            <a:off x="11122522" y="6423342"/>
            <a:ext cx="231278" cy="2311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hree Content">
    <p:bg>
      <p:bgPr>
        <a:solidFill>
          <a:schemeClr val="accent1">
            <a:hueOff val="-1500000"/>
            <a:satOff val="-60000"/>
            <a:lumOff val="3921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CLICK TO EDIT MASTER TITLE STYLE"/>
          <p:cNvSpPr txBox="1"/>
          <p:nvPr>
            <p:ph type="title" hasCustomPrompt="1"/>
          </p:nvPr>
        </p:nvSpPr>
        <p:spPr>
          <a:xfrm>
            <a:off x="1885156" y="892177"/>
            <a:ext cx="8421689" cy="1325564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126" name="Body Level One…"/>
          <p:cNvSpPr txBox="1"/>
          <p:nvPr>
            <p:ph type="body" sz="quarter" idx="1" hasCustomPrompt="1"/>
          </p:nvPr>
        </p:nvSpPr>
        <p:spPr>
          <a:xfrm>
            <a:off x="1243103" y="2776935"/>
            <a:ext cx="2882476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cap="all" spc="150" sz="2000"/>
            </a:lvl1pPr>
            <a:lvl2pPr marL="0" indent="457200">
              <a:buSzTx/>
              <a:buFontTx/>
              <a:buNone/>
              <a:defRPr cap="all" spc="150" sz="2000"/>
            </a:lvl2pPr>
            <a:lvl3pPr marL="0" indent="914400">
              <a:buSzTx/>
              <a:buFontTx/>
              <a:buNone/>
              <a:defRPr cap="all" spc="150" sz="2000"/>
            </a:lvl3pPr>
            <a:lvl4pPr marL="0" indent="1371600">
              <a:buSzTx/>
              <a:buFontTx/>
              <a:buNone/>
              <a:defRPr cap="all" spc="150" sz="2000"/>
            </a:lvl4pPr>
            <a:lvl5pPr marL="0" indent="1828800">
              <a:buSzTx/>
              <a:buFontTx/>
              <a:buNone/>
              <a:defRPr cap="all" spc="150" sz="2000"/>
            </a:lvl5pPr>
          </a:lstStyle>
          <a:p>
            <a:pPr/>
            <a:r>
              <a:t>CLICK TO EDIT MASTER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Text Placeholder 4"/>
          <p:cNvSpPr/>
          <p:nvPr>
            <p:ph type="body" sz="quarter" idx="21" hasCustomPrompt="1"/>
          </p:nvPr>
        </p:nvSpPr>
        <p:spPr>
          <a:xfrm>
            <a:off x="4647665" y="2776935"/>
            <a:ext cx="2896672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cap="all" spc="100" sz="2000"/>
            </a:lvl1pPr>
          </a:lstStyle>
          <a:p>
            <a:pPr/>
            <a:r>
              <a:t>CLICK TO EDIT MASTER TEXT</a:t>
            </a:r>
          </a:p>
        </p:txBody>
      </p:sp>
      <p:sp>
        <p:nvSpPr>
          <p:cNvPr id="128" name="Text Placeholder 2"/>
          <p:cNvSpPr/>
          <p:nvPr>
            <p:ph type="body" sz="quarter" idx="22" hasCustomPrompt="1"/>
          </p:nvPr>
        </p:nvSpPr>
        <p:spPr>
          <a:xfrm>
            <a:off x="8066420" y="2776935"/>
            <a:ext cx="2882476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cap="all" spc="100" sz="2000"/>
            </a:lvl1pPr>
          </a:lstStyle>
          <a:p>
            <a:pPr/>
            <a:r>
              <a:t>CLICK TO EDIT MASTER TEXT</a:t>
            </a:r>
          </a:p>
        </p:txBody>
      </p:sp>
      <p:sp>
        <p:nvSpPr>
          <p:cNvPr id="129" name="Slide Number"/>
          <p:cNvSpPr txBox="1"/>
          <p:nvPr>
            <p:ph type="sldNum" sz="quarter" idx="2"/>
          </p:nvPr>
        </p:nvSpPr>
        <p:spPr>
          <a:xfrm>
            <a:off x="11122523" y="6423342"/>
            <a:ext cx="231278" cy="2311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30" name="Straight Connector 15"/>
          <p:cNvSpPr/>
          <p:nvPr/>
        </p:nvSpPr>
        <p:spPr>
          <a:xfrm flipH="1">
            <a:off x="-1" y="-1"/>
            <a:ext cx="1238251" cy="3105152"/>
          </a:xfrm>
          <a:prstGeom prst="line">
            <a:avLst/>
          </a:prstGeom>
          <a:ln w="3175">
            <a:solidFill>
              <a:srgbClr val="E3B18D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31" name="Straight Connector 19"/>
          <p:cNvSpPr/>
          <p:nvPr/>
        </p:nvSpPr>
        <p:spPr>
          <a:xfrm flipH="1">
            <a:off x="-1" y="0"/>
            <a:ext cx="2238377" cy="2476501"/>
          </a:xfrm>
          <a:prstGeom prst="line">
            <a:avLst/>
          </a:prstGeom>
          <a:ln w="6350">
            <a:solidFill>
              <a:srgbClr val="E3B18D"/>
            </a:solidFill>
            <a:miter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Marke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CLICK TO EDIT MASTER TITLE STYLE"/>
          <p:cNvSpPr txBox="1"/>
          <p:nvPr>
            <p:ph type="title" hasCustomPrompt="1"/>
          </p:nvPr>
        </p:nvSpPr>
        <p:spPr>
          <a:xfrm>
            <a:off x="1885156" y="892177"/>
            <a:ext cx="8421689" cy="1325564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139" name="Body Level One…"/>
          <p:cNvSpPr txBox="1"/>
          <p:nvPr>
            <p:ph type="body" sz="quarter" idx="1" hasCustomPrompt="1"/>
          </p:nvPr>
        </p:nvSpPr>
        <p:spPr>
          <a:xfrm>
            <a:off x="2063855" y="3064615"/>
            <a:ext cx="1240971" cy="823913"/>
          </a:xfrm>
          <a:prstGeom prst="rect">
            <a:avLst/>
          </a:prstGeom>
        </p:spPr>
        <p:txBody>
          <a:bodyPr anchor="ctr"/>
          <a:lstStyle>
            <a:lvl1pPr marL="0" indent="0" algn="ctr">
              <a:buSzTx/>
              <a:buFontTx/>
              <a:buNone/>
              <a:defRPr cap="all" spc="150" sz="4000"/>
            </a:lvl1pPr>
            <a:lvl2pPr marL="0" indent="457200" algn="ctr">
              <a:buSzTx/>
              <a:buFontTx/>
              <a:buNone/>
              <a:defRPr cap="all" spc="150" sz="4000"/>
            </a:lvl2pPr>
            <a:lvl3pPr marL="0" indent="914400" algn="ctr">
              <a:buSzTx/>
              <a:buFontTx/>
              <a:buNone/>
              <a:defRPr cap="all" spc="150" sz="4000"/>
            </a:lvl3pPr>
            <a:lvl4pPr marL="0" indent="1371600" algn="ctr">
              <a:buSzTx/>
              <a:buFontTx/>
              <a:buNone/>
              <a:defRPr cap="all" spc="150" sz="4000"/>
            </a:lvl4pPr>
            <a:lvl5pPr marL="0" indent="1828800" algn="ctr">
              <a:buSzTx/>
              <a:buFontTx/>
              <a:buNone/>
              <a:defRPr cap="all" spc="150" sz="4000"/>
            </a:lvl5pPr>
          </a:lstStyle>
          <a:p>
            <a:pPr/>
            <a:r>
              <a:t>#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0" name="Text Placeholder 2"/>
          <p:cNvSpPr/>
          <p:nvPr>
            <p:ph type="body" sz="quarter" idx="21" hasCustomPrompt="1"/>
          </p:nvPr>
        </p:nvSpPr>
        <p:spPr>
          <a:xfrm>
            <a:off x="5475513" y="3064615"/>
            <a:ext cx="1240972" cy="823913"/>
          </a:xfrm>
          <a:prstGeom prst="rect">
            <a:avLst/>
          </a:prstGeom>
        </p:spPr>
        <p:txBody>
          <a:bodyPr anchor="ctr"/>
          <a:lstStyle>
            <a:lvl1pPr marL="0" indent="0" algn="ctr">
              <a:buSzTx/>
              <a:buFontTx/>
              <a:buNone/>
              <a:defRPr cap="all" spc="100" sz="4000"/>
            </a:lvl1pPr>
          </a:lstStyle>
          <a:p>
            <a:pPr/>
            <a:r>
              <a:t>#</a:t>
            </a:r>
          </a:p>
        </p:txBody>
      </p:sp>
      <p:sp>
        <p:nvSpPr>
          <p:cNvPr id="141" name="Text Placeholder 2"/>
          <p:cNvSpPr/>
          <p:nvPr>
            <p:ph type="body" sz="quarter" idx="22" hasCustomPrompt="1"/>
          </p:nvPr>
        </p:nvSpPr>
        <p:spPr>
          <a:xfrm>
            <a:off x="8887173" y="3064615"/>
            <a:ext cx="1240972" cy="823913"/>
          </a:xfrm>
          <a:prstGeom prst="rect">
            <a:avLst/>
          </a:prstGeom>
        </p:spPr>
        <p:txBody>
          <a:bodyPr anchor="ctr"/>
          <a:lstStyle>
            <a:lvl1pPr marL="0" indent="0" algn="ctr">
              <a:buSzTx/>
              <a:buFontTx/>
              <a:buNone/>
              <a:defRPr cap="all" spc="100" sz="4000"/>
            </a:lvl1pPr>
          </a:lstStyle>
          <a:p>
            <a:pPr/>
            <a:r>
              <a:t>#</a:t>
            </a:r>
          </a:p>
        </p:txBody>
      </p:sp>
      <p:pic>
        <p:nvPicPr>
          <p:cNvPr id="142" name="Graphic 10" descr="Graphic 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65140" y="2358007"/>
            <a:ext cx="2438401" cy="2019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3" name="Graphic 12" descr="Graphic 1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000625" y="2531836"/>
            <a:ext cx="2190750" cy="1943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4" name="Graphic 14" descr="Graphic 1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345607" y="2421055"/>
            <a:ext cx="2324101" cy="2057401"/>
          </a:xfrm>
          <a:prstGeom prst="rect">
            <a:avLst/>
          </a:prstGeom>
          <a:ln w="12700">
            <a:miter lim="400000"/>
          </a:ln>
        </p:spPr>
      </p:pic>
      <p:sp>
        <p:nvSpPr>
          <p:cNvPr id="145" name="Slide Number"/>
          <p:cNvSpPr txBox="1"/>
          <p:nvPr>
            <p:ph type="sldNum" sz="quarter" idx="2"/>
          </p:nvPr>
        </p:nvSpPr>
        <p:spPr>
          <a:xfrm>
            <a:off x="11122523" y="6423342"/>
            <a:ext cx="231278" cy="2311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 Conten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CLICK TO EDIT MASTER TITLE STYLE"/>
          <p:cNvSpPr txBox="1"/>
          <p:nvPr>
            <p:ph type="title" hasCustomPrompt="1"/>
          </p:nvPr>
        </p:nvSpPr>
        <p:spPr>
          <a:xfrm>
            <a:off x="2933700" y="892177"/>
            <a:ext cx="8421689" cy="1325564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153" name="Body Level One…"/>
          <p:cNvSpPr txBox="1"/>
          <p:nvPr>
            <p:ph type="body" sz="quarter" idx="1" hasCustomPrompt="1"/>
          </p:nvPr>
        </p:nvSpPr>
        <p:spPr>
          <a:xfrm>
            <a:off x="2933700" y="2776935"/>
            <a:ext cx="3924300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pc="150" sz="2000"/>
            </a:lvl1pPr>
            <a:lvl2pPr marL="0" indent="457200">
              <a:buSzTx/>
              <a:buFontTx/>
              <a:buNone/>
              <a:defRPr spc="150" sz="2000"/>
            </a:lvl2pPr>
            <a:lvl3pPr marL="0" indent="914400">
              <a:buSzTx/>
              <a:buFontTx/>
              <a:buNone/>
              <a:defRPr spc="150" sz="2000"/>
            </a:lvl3pPr>
            <a:lvl4pPr marL="0" indent="1371600">
              <a:buSzTx/>
              <a:buFontTx/>
              <a:buNone/>
              <a:defRPr spc="150" sz="2000"/>
            </a:lvl4pPr>
            <a:lvl5pPr marL="0" indent="1828800">
              <a:buSzTx/>
              <a:buFontTx/>
              <a:buNone/>
              <a:defRPr spc="150" sz="2000"/>
            </a:lvl5pPr>
          </a:lstStyle>
          <a:p>
            <a:pPr/>
            <a:r>
              <a:t>CLICK TO EDIT MASTER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54" name="Text Placeholder 4"/>
          <p:cNvSpPr/>
          <p:nvPr>
            <p:ph type="body" sz="quarter" idx="21" hasCustomPrompt="1"/>
          </p:nvPr>
        </p:nvSpPr>
        <p:spPr>
          <a:xfrm>
            <a:off x="7410173" y="2776935"/>
            <a:ext cx="3943628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pc="100" sz="2000"/>
            </a:lvl1pPr>
          </a:lstStyle>
          <a:p>
            <a:pPr/>
            <a:r>
              <a:t>CLICK TO EDIT MASTER TEXT</a:t>
            </a:r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xfrm>
            <a:off x="11122523" y="6423342"/>
            <a:ext cx="231278" cy="2311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56" name="Graphic 10" descr="Graphic 10"/>
          <p:cNvPicPr>
            <a:picLocks noChangeAspect="1"/>
          </p:cNvPicPr>
          <p:nvPr/>
        </p:nvPicPr>
        <p:blipFill>
          <a:blip r:embed="rId2">
            <a:extLst/>
          </a:blip>
          <a:srcRect l="39434" t="20278" r="0" b="22673"/>
          <a:stretch>
            <a:fillRect/>
          </a:stretch>
        </p:blipFill>
        <p:spPr>
          <a:xfrm>
            <a:off x="25784" y="-1"/>
            <a:ext cx="4368032" cy="39123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">
    <p:bg>
      <p:bgPr>
        <a:solidFill>
          <a:schemeClr val="accent1">
            <a:hueOff val="-1500000"/>
            <a:satOff val="-60000"/>
            <a:lumOff val="3921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raphic 13" descr="Graphic 13"/>
          <p:cNvPicPr>
            <a:picLocks noChangeAspect="1"/>
          </p:cNvPicPr>
          <p:nvPr/>
        </p:nvPicPr>
        <p:blipFill>
          <a:blip r:embed="rId2">
            <a:extLst/>
          </a:blip>
          <a:srcRect l="0" t="18301" r="41825" b="23071"/>
          <a:stretch>
            <a:fillRect/>
          </a:stretch>
        </p:blipFill>
        <p:spPr>
          <a:xfrm flipH="1">
            <a:off x="0" y="-1"/>
            <a:ext cx="5441888" cy="6858002"/>
          </a:xfrm>
          <a:prstGeom prst="rect">
            <a:avLst/>
          </a:prstGeom>
          <a:ln w="12700">
            <a:miter lim="400000"/>
          </a:ln>
        </p:spPr>
      </p:pic>
      <p:sp>
        <p:nvSpPr>
          <p:cNvPr id="164" name="CLICK TO EDIT MASTER TITLE STYLE"/>
          <p:cNvSpPr txBox="1"/>
          <p:nvPr>
            <p:ph type="title" hasCustomPrompt="1"/>
          </p:nvPr>
        </p:nvSpPr>
        <p:spPr>
          <a:xfrm>
            <a:off x="5920168" y="1152771"/>
            <a:ext cx="5431973" cy="846301"/>
          </a:xfrm>
          <a:prstGeom prst="rect">
            <a:avLst/>
          </a:prstGeom>
        </p:spPr>
        <p:txBody>
          <a:bodyPr anchor="t"/>
          <a:lstStyle>
            <a:lvl1pPr>
              <a:defRPr sz="2800"/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165" name="Body Level One…"/>
          <p:cNvSpPr txBox="1"/>
          <p:nvPr>
            <p:ph type="body" sz="quarter" idx="1" hasCustomPrompt="1"/>
          </p:nvPr>
        </p:nvSpPr>
        <p:spPr>
          <a:xfrm>
            <a:off x="5922254" y="2469514"/>
            <a:ext cx="5433205" cy="365126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cap="all" spc="150" sz="2000"/>
            </a:lvl1pPr>
            <a:lvl2pPr marL="647700" indent="-190500">
              <a:buFontTx/>
              <a:defRPr cap="all" spc="150" sz="2000"/>
            </a:lvl2pPr>
            <a:lvl3pPr marL="1143000" indent="-228600">
              <a:buFontTx/>
              <a:defRPr cap="all" spc="150" sz="2000"/>
            </a:lvl3pPr>
            <a:lvl4pPr marL="1625600" indent="-254000">
              <a:buFontTx/>
              <a:defRPr cap="all" spc="150" sz="2000"/>
            </a:lvl4pPr>
            <a:lvl5pPr marL="2082800" indent="-254000">
              <a:buFontTx/>
              <a:defRPr cap="all" spc="150" sz="2000"/>
            </a:lvl5pPr>
          </a:lstStyle>
          <a:p>
            <a:pPr/>
            <a:r>
              <a:t>CLICK TO ADD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66" name="Text Placeholder 18"/>
          <p:cNvSpPr/>
          <p:nvPr>
            <p:ph type="body" sz="quarter" idx="21" hasCustomPrompt="1"/>
          </p:nvPr>
        </p:nvSpPr>
        <p:spPr>
          <a:xfrm>
            <a:off x="5921827" y="2798940"/>
            <a:ext cx="5431973" cy="55795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1400"/>
            </a:lvl1pPr>
          </a:lstStyle>
          <a:p>
            <a:pPr/>
            <a:r>
              <a:t>Click to add text</a:t>
            </a:r>
          </a:p>
        </p:txBody>
      </p:sp>
      <p:sp>
        <p:nvSpPr>
          <p:cNvPr id="167" name="Text Placeholder 15"/>
          <p:cNvSpPr/>
          <p:nvPr>
            <p:ph type="body" sz="quarter" idx="22" hasCustomPrompt="1"/>
          </p:nvPr>
        </p:nvSpPr>
        <p:spPr>
          <a:xfrm>
            <a:off x="5922254" y="3569310"/>
            <a:ext cx="5433205" cy="365126"/>
          </a:xfrm>
          <a:prstGeom prst="rect">
            <a:avLst/>
          </a:prstGeom>
        </p:spPr>
        <p:txBody>
          <a:bodyPr/>
          <a:lstStyle>
            <a:lvl1pPr marL="0" indent="0" defTabSz="859536">
              <a:spcBef>
                <a:spcPts val="900"/>
              </a:spcBef>
              <a:buSzTx/>
              <a:buFontTx/>
              <a:buNone/>
              <a:defRPr cap="all" spc="94" sz="1879"/>
            </a:lvl1pPr>
          </a:lstStyle>
          <a:p>
            <a:pPr/>
            <a:r>
              <a:t>CLICK TO ADD SUBTITLE</a:t>
            </a:r>
          </a:p>
        </p:txBody>
      </p:sp>
      <p:sp>
        <p:nvSpPr>
          <p:cNvPr id="168" name="Text Placeholder 18"/>
          <p:cNvSpPr/>
          <p:nvPr>
            <p:ph type="body" sz="quarter" idx="23" hasCustomPrompt="1"/>
          </p:nvPr>
        </p:nvSpPr>
        <p:spPr>
          <a:xfrm>
            <a:off x="5921827" y="3898736"/>
            <a:ext cx="5431973" cy="55795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1400"/>
            </a:lvl1pPr>
          </a:lstStyle>
          <a:p>
            <a:pPr/>
            <a:r>
              <a:t>Click to add text</a:t>
            </a:r>
          </a:p>
        </p:txBody>
      </p:sp>
      <p:sp>
        <p:nvSpPr>
          <p:cNvPr id="169" name="Text Placeholder 15"/>
          <p:cNvSpPr/>
          <p:nvPr>
            <p:ph type="body" sz="quarter" idx="24" hasCustomPrompt="1"/>
          </p:nvPr>
        </p:nvSpPr>
        <p:spPr>
          <a:xfrm>
            <a:off x="5922254" y="4669106"/>
            <a:ext cx="5433205" cy="365126"/>
          </a:xfrm>
          <a:prstGeom prst="rect">
            <a:avLst/>
          </a:prstGeom>
        </p:spPr>
        <p:txBody>
          <a:bodyPr/>
          <a:lstStyle>
            <a:lvl1pPr marL="0" indent="0" defTabSz="859536">
              <a:spcBef>
                <a:spcPts val="900"/>
              </a:spcBef>
              <a:buSzTx/>
              <a:buFontTx/>
              <a:buNone/>
              <a:defRPr cap="all" spc="94" sz="1879"/>
            </a:lvl1pPr>
          </a:lstStyle>
          <a:p>
            <a:pPr/>
            <a:r>
              <a:t>CLICK TO ADD SUBTITLE</a:t>
            </a:r>
          </a:p>
        </p:txBody>
      </p:sp>
      <p:sp>
        <p:nvSpPr>
          <p:cNvPr id="170" name="Text Placeholder 18"/>
          <p:cNvSpPr/>
          <p:nvPr>
            <p:ph type="body" sz="quarter" idx="25" hasCustomPrompt="1"/>
          </p:nvPr>
        </p:nvSpPr>
        <p:spPr>
          <a:xfrm>
            <a:off x="5921827" y="4998532"/>
            <a:ext cx="5431973" cy="55795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FontTx/>
              <a:buNone/>
              <a:defRPr sz="1400"/>
            </a:lvl1pPr>
          </a:lstStyle>
          <a:p>
            <a:pPr/>
            <a:r>
              <a:t>Click to add text</a:t>
            </a:r>
          </a:p>
        </p:txBody>
      </p:sp>
      <p:sp>
        <p:nvSpPr>
          <p:cNvPr id="171" name="Slide Number"/>
          <p:cNvSpPr txBox="1"/>
          <p:nvPr>
            <p:ph type="sldNum" sz="quarter" idx="2"/>
          </p:nvPr>
        </p:nvSpPr>
        <p:spPr>
          <a:xfrm>
            <a:off x="11122523" y="6423342"/>
            <a:ext cx="231278" cy="2311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meline 2">
    <p:bg>
      <p:bgPr>
        <a:solidFill>
          <a:schemeClr val="accent1">
            <a:hueOff val="-1500000"/>
            <a:satOff val="-60000"/>
            <a:lumOff val="3921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3"/>
          <p:cNvSpPr/>
          <p:nvPr/>
        </p:nvSpPr>
        <p:spPr>
          <a:xfrm>
            <a:off x="-1" y="3057682"/>
            <a:ext cx="12192000" cy="201019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</a:defRPr>
            </a:pPr>
          </a:p>
        </p:txBody>
      </p:sp>
      <p:sp>
        <p:nvSpPr>
          <p:cNvPr id="179" name="CLICK TO EDIT MASTER TITLE STYLE"/>
          <p:cNvSpPr txBox="1"/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180" name="Body Level One…"/>
          <p:cNvSpPr txBox="1"/>
          <p:nvPr>
            <p:ph type="body" sz="quarter" idx="1" hasCustomPrompt="1"/>
          </p:nvPr>
        </p:nvSpPr>
        <p:spPr>
          <a:xfrm>
            <a:off x="914399" y="3354711"/>
            <a:ext cx="731521" cy="457201"/>
          </a:xfrm>
          <a:prstGeom prst="rect">
            <a:avLst/>
          </a:prstGeom>
        </p:spPr>
        <p:txBody>
          <a:bodyPr anchor="ctr"/>
          <a:lstStyle>
            <a:lvl1pPr marL="0" indent="0">
              <a:buSzTx/>
              <a:buFontTx/>
              <a:buNone/>
              <a:defRPr b="1" sz="1400"/>
            </a:lvl1pPr>
            <a:lvl2pPr marL="590550" indent="-133350">
              <a:buFontTx/>
              <a:defRPr b="1" sz="1400"/>
            </a:lvl2pPr>
            <a:lvl3pPr marL="1074419" indent="-160019">
              <a:buFontTx/>
              <a:defRPr b="1" sz="1400"/>
            </a:lvl3pPr>
            <a:lvl4pPr marL="1549400" indent="-177800">
              <a:buFontTx/>
              <a:defRPr b="1" sz="1400"/>
            </a:lvl4pPr>
            <a:lvl5pPr marL="2006600" indent="-177800">
              <a:buFontTx/>
              <a:defRPr b="1" sz="1400"/>
            </a:lvl5pPr>
          </a:lstStyle>
          <a:p>
            <a:pPr/>
            <a:r>
              <a:t>Year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81" name="Text Placeholder 10"/>
          <p:cNvSpPr/>
          <p:nvPr>
            <p:ph type="body" sz="quarter" idx="21" hasCustomPrompt="1"/>
          </p:nvPr>
        </p:nvSpPr>
        <p:spPr>
          <a:xfrm>
            <a:off x="1965960" y="3502152"/>
            <a:ext cx="640081" cy="201777"/>
          </a:xfrm>
          <a:prstGeom prst="rect">
            <a:avLst/>
          </a:prstGeom>
        </p:spPr>
        <p:txBody>
          <a:bodyPr/>
          <a:lstStyle>
            <a:lvl1pPr marL="0" indent="0" algn="ctr" defTabSz="649223">
              <a:spcBef>
                <a:spcPts val="700"/>
              </a:spcBef>
              <a:buSzTx/>
              <a:buFontTx/>
              <a:buNone/>
              <a:defRPr sz="710"/>
            </a:lvl1pPr>
          </a:lstStyle>
          <a:p>
            <a:pPr/>
            <a:r>
              <a:t>MM</a:t>
            </a:r>
          </a:p>
        </p:txBody>
      </p:sp>
      <p:sp>
        <p:nvSpPr>
          <p:cNvPr id="182" name="Text Placeholder 10"/>
          <p:cNvSpPr/>
          <p:nvPr>
            <p:ph type="body" sz="quarter" idx="22" hasCustomPrompt="1"/>
          </p:nvPr>
        </p:nvSpPr>
        <p:spPr>
          <a:xfrm>
            <a:off x="2753879" y="3502152"/>
            <a:ext cx="640081" cy="201777"/>
          </a:xfrm>
          <a:prstGeom prst="rect">
            <a:avLst/>
          </a:prstGeom>
        </p:spPr>
        <p:txBody>
          <a:bodyPr/>
          <a:lstStyle>
            <a:lvl1pPr marL="0" indent="0" algn="ctr" defTabSz="649223">
              <a:spcBef>
                <a:spcPts val="700"/>
              </a:spcBef>
              <a:buSzTx/>
              <a:buFontTx/>
              <a:buNone/>
              <a:defRPr sz="710"/>
            </a:lvl1pPr>
          </a:lstStyle>
          <a:p>
            <a:pPr/>
            <a:r>
              <a:t>MM</a:t>
            </a:r>
          </a:p>
        </p:txBody>
      </p:sp>
      <p:sp>
        <p:nvSpPr>
          <p:cNvPr id="183" name="Text Placeholder 10"/>
          <p:cNvSpPr/>
          <p:nvPr>
            <p:ph type="body" sz="quarter" idx="23" hasCustomPrompt="1"/>
          </p:nvPr>
        </p:nvSpPr>
        <p:spPr>
          <a:xfrm>
            <a:off x="3541800" y="3502152"/>
            <a:ext cx="640081" cy="201777"/>
          </a:xfrm>
          <a:prstGeom prst="rect">
            <a:avLst/>
          </a:prstGeom>
        </p:spPr>
        <p:txBody>
          <a:bodyPr/>
          <a:lstStyle>
            <a:lvl1pPr marL="0" indent="0" algn="ctr" defTabSz="649223">
              <a:spcBef>
                <a:spcPts val="700"/>
              </a:spcBef>
              <a:buSzTx/>
              <a:buFontTx/>
              <a:buNone/>
              <a:defRPr sz="710"/>
            </a:lvl1pPr>
          </a:lstStyle>
          <a:p>
            <a:pPr/>
            <a:r>
              <a:t>MM</a:t>
            </a:r>
          </a:p>
        </p:txBody>
      </p:sp>
      <p:sp>
        <p:nvSpPr>
          <p:cNvPr id="184" name="Text Placeholder 10"/>
          <p:cNvSpPr/>
          <p:nvPr>
            <p:ph type="body" sz="quarter" idx="24" hasCustomPrompt="1"/>
          </p:nvPr>
        </p:nvSpPr>
        <p:spPr>
          <a:xfrm>
            <a:off x="4329719" y="3502152"/>
            <a:ext cx="640081" cy="201777"/>
          </a:xfrm>
          <a:prstGeom prst="rect">
            <a:avLst/>
          </a:prstGeom>
        </p:spPr>
        <p:txBody>
          <a:bodyPr/>
          <a:lstStyle>
            <a:lvl1pPr marL="0" indent="0" algn="ctr" defTabSz="649223">
              <a:spcBef>
                <a:spcPts val="700"/>
              </a:spcBef>
              <a:buSzTx/>
              <a:buFontTx/>
              <a:buNone/>
              <a:defRPr sz="710"/>
            </a:lvl1pPr>
          </a:lstStyle>
          <a:p>
            <a:pPr/>
            <a:r>
              <a:t>MM</a:t>
            </a:r>
          </a:p>
        </p:txBody>
      </p:sp>
      <p:sp>
        <p:nvSpPr>
          <p:cNvPr id="185" name="Text Placeholder 10"/>
          <p:cNvSpPr/>
          <p:nvPr>
            <p:ph type="body" sz="quarter" idx="25" hasCustomPrompt="1"/>
          </p:nvPr>
        </p:nvSpPr>
        <p:spPr>
          <a:xfrm>
            <a:off x="914399" y="4292467"/>
            <a:ext cx="731522" cy="457201"/>
          </a:xfrm>
          <a:prstGeom prst="rect">
            <a:avLst/>
          </a:prstGeom>
        </p:spPr>
        <p:txBody>
          <a:bodyPr anchor="ctr"/>
          <a:lstStyle>
            <a:lvl1pPr marL="0" indent="0">
              <a:buSzTx/>
              <a:buFontTx/>
              <a:buNone/>
              <a:defRPr b="1" sz="1400"/>
            </a:lvl1pPr>
          </a:lstStyle>
          <a:p>
            <a:pPr/>
            <a:r>
              <a:t>Year</a:t>
            </a:r>
          </a:p>
        </p:txBody>
      </p:sp>
      <p:sp>
        <p:nvSpPr>
          <p:cNvPr id="186" name="Text Placeholder 10"/>
          <p:cNvSpPr/>
          <p:nvPr>
            <p:ph type="body" sz="quarter" idx="26" hasCustomPrompt="1"/>
          </p:nvPr>
        </p:nvSpPr>
        <p:spPr>
          <a:xfrm>
            <a:off x="5117639" y="3502152"/>
            <a:ext cx="640081" cy="201777"/>
          </a:xfrm>
          <a:prstGeom prst="rect">
            <a:avLst/>
          </a:prstGeom>
        </p:spPr>
        <p:txBody>
          <a:bodyPr/>
          <a:lstStyle>
            <a:lvl1pPr marL="0" indent="0" algn="ctr" defTabSz="649223">
              <a:spcBef>
                <a:spcPts val="700"/>
              </a:spcBef>
              <a:buSzTx/>
              <a:buFontTx/>
              <a:buNone/>
              <a:defRPr sz="710"/>
            </a:lvl1pPr>
          </a:lstStyle>
          <a:p>
            <a:pPr/>
            <a:r>
              <a:t>MM</a:t>
            </a:r>
          </a:p>
        </p:txBody>
      </p:sp>
      <p:sp>
        <p:nvSpPr>
          <p:cNvPr id="187" name="Text Placeholder 10"/>
          <p:cNvSpPr/>
          <p:nvPr>
            <p:ph type="body" sz="quarter" idx="27" hasCustomPrompt="1"/>
          </p:nvPr>
        </p:nvSpPr>
        <p:spPr>
          <a:xfrm>
            <a:off x="5905560" y="3502152"/>
            <a:ext cx="640081" cy="201777"/>
          </a:xfrm>
          <a:prstGeom prst="rect">
            <a:avLst/>
          </a:prstGeom>
        </p:spPr>
        <p:txBody>
          <a:bodyPr/>
          <a:lstStyle>
            <a:lvl1pPr marL="0" indent="0" algn="ctr" defTabSz="649223">
              <a:spcBef>
                <a:spcPts val="700"/>
              </a:spcBef>
              <a:buSzTx/>
              <a:buFontTx/>
              <a:buNone/>
              <a:defRPr sz="710"/>
            </a:lvl1pPr>
          </a:lstStyle>
          <a:p>
            <a:pPr/>
            <a:r>
              <a:t>MM</a:t>
            </a:r>
          </a:p>
        </p:txBody>
      </p:sp>
      <p:sp>
        <p:nvSpPr>
          <p:cNvPr id="188" name="Text Placeholder 10"/>
          <p:cNvSpPr/>
          <p:nvPr>
            <p:ph type="body" sz="quarter" idx="28" hasCustomPrompt="1"/>
          </p:nvPr>
        </p:nvSpPr>
        <p:spPr>
          <a:xfrm>
            <a:off x="6693479" y="3502152"/>
            <a:ext cx="640081" cy="201777"/>
          </a:xfrm>
          <a:prstGeom prst="rect">
            <a:avLst/>
          </a:prstGeom>
        </p:spPr>
        <p:txBody>
          <a:bodyPr/>
          <a:lstStyle>
            <a:lvl1pPr marL="0" indent="0" algn="ctr" defTabSz="649223">
              <a:spcBef>
                <a:spcPts val="700"/>
              </a:spcBef>
              <a:buSzTx/>
              <a:buFontTx/>
              <a:buNone/>
              <a:defRPr sz="710"/>
            </a:lvl1pPr>
          </a:lstStyle>
          <a:p>
            <a:pPr/>
            <a:r>
              <a:t>MM</a:t>
            </a:r>
          </a:p>
        </p:txBody>
      </p:sp>
      <p:sp>
        <p:nvSpPr>
          <p:cNvPr id="189" name="Text Placeholder 10"/>
          <p:cNvSpPr/>
          <p:nvPr>
            <p:ph type="body" sz="quarter" idx="29" hasCustomPrompt="1"/>
          </p:nvPr>
        </p:nvSpPr>
        <p:spPr>
          <a:xfrm>
            <a:off x="9057240" y="3502152"/>
            <a:ext cx="640081" cy="201777"/>
          </a:xfrm>
          <a:prstGeom prst="rect">
            <a:avLst/>
          </a:prstGeom>
        </p:spPr>
        <p:txBody>
          <a:bodyPr/>
          <a:lstStyle>
            <a:lvl1pPr marL="0" indent="0" algn="ctr" defTabSz="649223">
              <a:spcBef>
                <a:spcPts val="700"/>
              </a:spcBef>
              <a:buSzTx/>
              <a:buFontTx/>
              <a:buNone/>
              <a:defRPr sz="710"/>
            </a:lvl1pPr>
          </a:lstStyle>
          <a:p>
            <a:pPr/>
            <a:r>
              <a:t>MM</a:t>
            </a:r>
          </a:p>
        </p:txBody>
      </p:sp>
      <p:sp>
        <p:nvSpPr>
          <p:cNvPr id="190" name="Text Placeholder 10"/>
          <p:cNvSpPr/>
          <p:nvPr>
            <p:ph type="body" sz="quarter" idx="30" hasCustomPrompt="1"/>
          </p:nvPr>
        </p:nvSpPr>
        <p:spPr>
          <a:xfrm>
            <a:off x="7481399" y="3502152"/>
            <a:ext cx="640081" cy="201777"/>
          </a:xfrm>
          <a:prstGeom prst="rect">
            <a:avLst/>
          </a:prstGeom>
        </p:spPr>
        <p:txBody>
          <a:bodyPr/>
          <a:lstStyle>
            <a:lvl1pPr marL="0" indent="0" algn="ctr" defTabSz="649223">
              <a:spcBef>
                <a:spcPts val="700"/>
              </a:spcBef>
              <a:buSzTx/>
              <a:buFontTx/>
              <a:buNone/>
              <a:defRPr sz="710"/>
            </a:lvl1pPr>
          </a:lstStyle>
          <a:p>
            <a:pPr/>
            <a:r>
              <a:t>MM</a:t>
            </a:r>
          </a:p>
        </p:txBody>
      </p:sp>
      <p:sp>
        <p:nvSpPr>
          <p:cNvPr id="191" name="Text Placeholder 10"/>
          <p:cNvSpPr/>
          <p:nvPr>
            <p:ph type="body" sz="quarter" idx="31" hasCustomPrompt="1"/>
          </p:nvPr>
        </p:nvSpPr>
        <p:spPr>
          <a:xfrm>
            <a:off x="8269320" y="3502152"/>
            <a:ext cx="640081" cy="201777"/>
          </a:xfrm>
          <a:prstGeom prst="rect">
            <a:avLst/>
          </a:prstGeom>
        </p:spPr>
        <p:txBody>
          <a:bodyPr/>
          <a:lstStyle>
            <a:lvl1pPr marL="0" indent="0" algn="ctr" defTabSz="649223">
              <a:spcBef>
                <a:spcPts val="700"/>
              </a:spcBef>
              <a:buSzTx/>
              <a:buFontTx/>
              <a:buNone/>
              <a:defRPr sz="710"/>
            </a:lvl1pPr>
          </a:lstStyle>
          <a:p>
            <a:pPr/>
            <a:r>
              <a:t>MM</a:t>
            </a:r>
          </a:p>
        </p:txBody>
      </p:sp>
      <p:sp>
        <p:nvSpPr>
          <p:cNvPr id="192" name="Text Placeholder 10"/>
          <p:cNvSpPr/>
          <p:nvPr>
            <p:ph type="body" sz="quarter" idx="32" hasCustomPrompt="1"/>
          </p:nvPr>
        </p:nvSpPr>
        <p:spPr>
          <a:xfrm>
            <a:off x="9845160" y="3502152"/>
            <a:ext cx="640081" cy="201777"/>
          </a:xfrm>
          <a:prstGeom prst="rect">
            <a:avLst/>
          </a:prstGeom>
        </p:spPr>
        <p:txBody>
          <a:bodyPr/>
          <a:lstStyle>
            <a:lvl1pPr marL="0" indent="0" algn="ctr" defTabSz="649223">
              <a:spcBef>
                <a:spcPts val="700"/>
              </a:spcBef>
              <a:buSzTx/>
              <a:buFontTx/>
              <a:buNone/>
              <a:defRPr sz="710"/>
            </a:lvl1pPr>
          </a:lstStyle>
          <a:p>
            <a:pPr/>
            <a:r>
              <a:t>MM</a:t>
            </a:r>
          </a:p>
        </p:txBody>
      </p:sp>
      <p:sp>
        <p:nvSpPr>
          <p:cNvPr id="193" name="Text Placeholder 10"/>
          <p:cNvSpPr/>
          <p:nvPr>
            <p:ph type="body" sz="quarter" idx="33" hasCustomPrompt="1"/>
          </p:nvPr>
        </p:nvSpPr>
        <p:spPr>
          <a:xfrm>
            <a:off x="10633085" y="3502152"/>
            <a:ext cx="640081" cy="201777"/>
          </a:xfrm>
          <a:prstGeom prst="rect">
            <a:avLst/>
          </a:prstGeom>
        </p:spPr>
        <p:txBody>
          <a:bodyPr/>
          <a:lstStyle>
            <a:lvl1pPr marL="0" indent="0" algn="ctr" defTabSz="649223">
              <a:spcBef>
                <a:spcPts val="700"/>
              </a:spcBef>
              <a:buSzTx/>
              <a:buFontTx/>
              <a:buNone/>
              <a:defRPr sz="710"/>
            </a:lvl1pPr>
          </a:lstStyle>
          <a:p>
            <a:pPr/>
            <a:r>
              <a:t>MM</a:t>
            </a:r>
          </a:p>
        </p:txBody>
      </p:sp>
      <p:sp>
        <p:nvSpPr>
          <p:cNvPr id="194" name="Text Placeholder 10"/>
          <p:cNvSpPr/>
          <p:nvPr>
            <p:ph type="body" sz="quarter" idx="34" hasCustomPrompt="1"/>
          </p:nvPr>
        </p:nvSpPr>
        <p:spPr>
          <a:xfrm>
            <a:off x="1969915" y="4425696"/>
            <a:ext cx="640081" cy="201777"/>
          </a:xfrm>
          <a:prstGeom prst="rect">
            <a:avLst/>
          </a:prstGeom>
        </p:spPr>
        <p:txBody>
          <a:bodyPr/>
          <a:lstStyle>
            <a:lvl1pPr marL="0" indent="0" algn="ctr" defTabSz="649223">
              <a:spcBef>
                <a:spcPts val="700"/>
              </a:spcBef>
              <a:buSzTx/>
              <a:buFontTx/>
              <a:buNone/>
              <a:defRPr sz="710"/>
            </a:lvl1pPr>
          </a:lstStyle>
          <a:p>
            <a:pPr/>
            <a:r>
              <a:t>MM</a:t>
            </a:r>
          </a:p>
        </p:txBody>
      </p:sp>
      <p:sp>
        <p:nvSpPr>
          <p:cNvPr id="195" name="Text Placeholder 10"/>
          <p:cNvSpPr/>
          <p:nvPr>
            <p:ph type="body" sz="quarter" idx="35" hasCustomPrompt="1"/>
          </p:nvPr>
        </p:nvSpPr>
        <p:spPr>
          <a:xfrm>
            <a:off x="2757602" y="4425696"/>
            <a:ext cx="640081" cy="201777"/>
          </a:xfrm>
          <a:prstGeom prst="rect">
            <a:avLst/>
          </a:prstGeom>
        </p:spPr>
        <p:txBody>
          <a:bodyPr/>
          <a:lstStyle>
            <a:lvl1pPr marL="0" indent="0" algn="ctr" defTabSz="649223">
              <a:spcBef>
                <a:spcPts val="700"/>
              </a:spcBef>
              <a:buSzTx/>
              <a:buFontTx/>
              <a:buNone/>
              <a:defRPr sz="710"/>
            </a:lvl1pPr>
          </a:lstStyle>
          <a:p>
            <a:pPr/>
            <a:r>
              <a:t>MM</a:t>
            </a:r>
          </a:p>
        </p:txBody>
      </p:sp>
      <p:sp>
        <p:nvSpPr>
          <p:cNvPr id="196" name="Text Placeholder 10"/>
          <p:cNvSpPr/>
          <p:nvPr>
            <p:ph type="body" sz="quarter" idx="36" hasCustomPrompt="1"/>
          </p:nvPr>
        </p:nvSpPr>
        <p:spPr>
          <a:xfrm>
            <a:off x="3545289" y="4425696"/>
            <a:ext cx="640081" cy="201777"/>
          </a:xfrm>
          <a:prstGeom prst="rect">
            <a:avLst/>
          </a:prstGeom>
        </p:spPr>
        <p:txBody>
          <a:bodyPr/>
          <a:lstStyle>
            <a:lvl1pPr marL="0" indent="0" algn="ctr" defTabSz="649223">
              <a:spcBef>
                <a:spcPts val="700"/>
              </a:spcBef>
              <a:buSzTx/>
              <a:buFontTx/>
              <a:buNone/>
              <a:defRPr sz="710"/>
            </a:lvl1pPr>
          </a:lstStyle>
          <a:p>
            <a:pPr/>
            <a:r>
              <a:t>MM</a:t>
            </a:r>
          </a:p>
        </p:txBody>
      </p:sp>
      <p:sp>
        <p:nvSpPr>
          <p:cNvPr id="197" name="Text Placeholder 10"/>
          <p:cNvSpPr/>
          <p:nvPr>
            <p:ph type="body" sz="quarter" idx="37" hasCustomPrompt="1"/>
          </p:nvPr>
        </p:nvSpPr>
        <p:spPr>
          <a:xfrm>
            <a:off x="4332975" y="4425696"/>
            <a:ext cx="640081" cy="201777"/>
          </a:xfrm>
          <a:prstGeom prst="rect">
            <a:avLst/>
          </a:prstGeom>
        </p:spPr>
        <p:txBody>
          <a:bodyPr/>
          <a:lstStyle>
            <a:lvl1pPr marL="0" indent="0" algn="ctr" defTabSz="649223">
              <a:spcBef>
                <a:spcPts val="700"/>
              </a:spcBef>
              <a:buSzTx/>
              <a:buFontTx/>
              <a:buNone/>
              <a:defRPr sz="710"/>
            </a:lvl1pPr>
          </a:lstStyle>
          <a:p>
            <a:pPr/>
            <a:r>
              <a:t>MM</a:t>
            </a:r>
          </a:p>
        </p:txBody>
      </p:sp>
      <p:sp>
        <p:nvSpPr>
          <p:cNvPr id="198" name="Text Placeholder 10"/>
          <p:cNvSpPr/>
          <p:nvPr>
            <p:ph type="body" sz="quarter" idx="38" hasCustomPrompt="1"/>
          </p:nvPr>
        </p:nvSpPr>
        <p:spPr>
          <a:xfrm>
            <a:off x="5120663" y="4425696"/>
            <a:ext cx="640081" cy="201777"/>
          </a:xfrm>
          <a:prstGeom prst="rect">
            <a:avLst/>
          </a:prstGeom>
        </p:spPr>
        <p:txBody>
          <a:bodyPr/>
          <a:lstStyle>
            <a:lvl1pPr marL="0" indent="0" algn="ctr" defTabSz="649223">
              <a:spcBef>
                <a:spcPts val="700"/>
              </a:spcBef>
              <a:buSzTx/>
              <a:buFontTx/>
              <a:buNone/>
              <a:defRPr sz="710"/>
            </a:lvl1pPr>
          </a:lstStyle>
          <a:p>
            <a:pPr/>
            <a:r>
              <a:t>MM</a:t>
            </a:r>
          </a:p>
        </p:txBody>
      </p:sp>
      <p:sp>
        <p:nvSpPr>
          <p:cNvPr id="199" name="Text Placeholder 10"/>
          <p:cNvSpPr/>
          <p:nvPr>
            <p:ph type="body" sz="quarter" idx="39" hasCustomPrompt="1"/>
          </p:nvPr>
        </p:nvSpPr>
        <p:spPr>
          <a:xfrm>
            <a:off x="5908349" y="4425696"/>
            <a:ext cx="640081" cy="201777"/>
          </a:xfrm>
          <a:prstGeom prst="rect">
            <a:avLst/>
          </a:prstGeom>
        </p:spPr>
        <p:txBody>
          <a:bodyPr/>
          <a:lstStyle>
            <a:lvl1pPr marL="0" indent="0" algn="ctr" defTabSz="649223">
              <a:spcBef>
                <a:spcPts val="700"/>
              </a:spcBef>
              <a:buSzTx/>
              <a:buFontTx/>
              <a:buNone/>
              <a:defRPr sz="710"/>
            </a:lvl1pPr>
          </a:lstStyle>
          <a:p>
            <a:pPr/>
            <a:r>
              <a:t>MM</a:t>
            </a:r>
          </a:p>
        </p:txBody>
      </p:sp>
      <p:sp>
        <p:nvSpPr>
          <p:cNvPr id="200" name="Text Placeholder 10"/>
          <p:cNvSpPr/>
          <p:nvPr>
            <p:ph type="body" sz="quarter" idx="40" hasCustomPrompt="1"/>
          </p:nvPr>
        </p:nvSpPr>
        <p:spPr>
          <a:xfrm>
            <a:off x="6696037" y="4425696"/>
            <a:ext cx="640081" cy="201777"/>
          </a:xfrm>
          <a:prstGeom prst="rect">
            <a:avLst/>
          </a:prstGeom>
        </p:spPr>
        <p:txBody>
          <a:bodyPr/>
          <a:lstStyle>
            <a:lvl1pPr marL="0" indent="0" algn="ctr" defTabSz="649223">
              <a:spcBef>
                <a:spcPts val="700"/>
              </a:spcBef>
              <a:buSzTx/>
              <a:buFontTx/>
              <a:buNone/>
              <a:defRPr sz="710"/>
            </a:lvl1pPr>
          </a:lstStyle>
          <a:p>
            <a:pPr/>
            <a:r>
              <a:t>MM</a:t>
            </a:r>
          </a:p>
        </p:txBody>
      </p:sp>
      <p:sp>
        <p:nvSpPr>
          <p:cNvPr id="201" name="Text Placeholder 10"/>
          <p:cNvSpPr/>
          <p:nvPr>
            <p:ph type="body" sz="quarter" idx="41" hasCustomPrompt="1"/>
          </p:nvPr>
        </p:nvSpPr>
        <p:spPr>
          <a:xfrm>
            <a:off x="9059098" y="4425696"/>
            <a:ext cx="640081" cy="201777"/>
          </a:xfrm>
          <a:prstGeom prst="rect">
            <a:avLst/>
          </a:prstGeom>
        </p:spPr>
        <p:txBody>
          <a:bodyPr/>
          <a:lstStyle>
            <a:lvl1pPr marL="0" indent="0" algn="ctr" defTabSz="649223">
              <a:spcBef>
                <a:spcPts val="700"/>
              </a:spcBef>
              <a:buSzTx/>
              <a:buFontTx/>
              <a:buNone/>
              <a:defRPr sz="710"/>
            </a:lvl1pPr>
          </a:lstStyle>
          <a:p>
            <a:pPr/>
            <a:r>
              <a:t>MM</a:t>
            </a:r>
          </a:p>
        </p:txBody>
      </p:sp>
      <p:sp>
        <p:nvSpPr>
          <p:cNvPr id="202" name="Text Placeholder 10"/>
          <p:cNvSpPr/>
          <p:nvPr>
            <p:ph type="body" sz="quarter" idx="42" hasCustomPrompt="1"/>
          </p:nvPr>
        </p:nvSpPr>
        <p:spPr>
          <a:xfrm>
            <a:off x="7483723" y="4425696"/>
            <a:ext cx="640081" cy="201777"/>
          </a:xfrm>
          <a:prstGeom prst="rect">
            <a:avLst/>
          </a:prstGeom>
        </p:spPr>
        <p:txBody>
          <a:bodyPr/>
          <a:lstStyle>
            <a:lvl1pPr marL="0" indent="0" algn="ctr" defTabSz="649223">
              <a:spcBef>
                <a:spcPts val="700"/>
              </a:spcBef>
              <a:buSzTx/>
              <a:buFontTx/>
              <a:buNone/>
              <a:defRPr sz="710"/>
            </a:lvl1pPr>
          </a:lstStyle>
          <a:p>
            <a:pPr/>
            <a:r>
              <a:t>MM</a:t>
            </a:r>
          </a:p>
        </p:txBody>
      </p:sp>
      <p:sp>
        <p:nvSpPr>
          <p:cNvPr id="203" name="Text Placeholder 10"/>
          <p:cNvSpPr/>
          <p:nvPr>
            <p:ph type="body" sz="quarter" idx="43" hasCustomPrompt="1"/>
          </p:nvPr>
        </p:nvSpPr>
        <p:spPr>
          <a:xfrm>
            <a:off x="8271410" y="4425696"/>
            <a:ext cx="640081" cy="201777"/>
          </a:xfrm>
          <a:prstGeom prst="rect">
            <a:avLst/>
          </a:prstGeom>
        </p:spPr>
        <p:txBody>
          <a:bodyPr/>
          <a:lstStyle>
            <a:lvl1pPr marL="0" indent="0" algn="ctr" defTabSz="649223">
              <a:spcBef>
                <a:spcPts val="700"/>
              </a:spcBef>
              <a:buSzTx/>
              <a:buFontTx/>
              <a:buNone/>
              <a:defRPr sz="710"/>
            </a:lvl1pPr>
          </a:lstStyle>
          <a:p>
            <a:pPr/>
            <a:r>
              <a:t>MM</a:t>
            </a:r>
          </a:p>
        </p:txBody>
      </p:sp>
      <p:sp>
        <p:nvSpPr>
          <p:cNvPr id="204" name="Text Placeholder 10"/>
          <p:cNvSpPr/>
          <p:nvPr>
            <p:ph type="body" sz="quarter" idx="44" hasCustomPrompt="1"/>
          </p:nvPr>
        </p:nvSpPr>
        <p:spPr>
          <a:xfrm>
            <a:off x="9846785" y="4425696"/>
            <a:ext cx="640081" cy="201777"/>
          </a:xfrm>
          <a:prstGeom prst="rect">
            <a:avLst/>
          </a:prstGeom>
        </p:spPr>
        <p:txBody>
          <a:bodyPr/>
          <a:lstStyle>
            <a:lvl1pPr marL="0" indent="0" algn="ctr" defTabSz="649223">
              <a:spcBef>
                <a:spcPts val="700"/>
              </a:spcBef>
              <a:buSzTx/>
              <a:buFontTx/>
              <a:buNone/>
              <a:defRPr sz="710"/>
            </a:lvl1pPr>
          </a:lstStyle>
          <a:p>
            <a:pPr/>
            <a:r>
              <a:t>MM</a:t>
            </a:r>
          </a:p>
        </p:txBody>
      </p:sp>
      <p:sp>
        <p:nvSpPr>
          <p:cNvPr id="205" name="Text Placeholder 10"/>
          <p:cNvSpPr/>
          <p:nvPr>
            <p:ph type="body" sz="quarter" idx="45" hasCustomPrompt="1"/>
          </p:nvPr>
        </p:nvSpPr>
        <p:spPr>
          <a:xfrm>
            <a:off x="10634471" y="4425696"/>
            <a:ext cx="640081" cy="201777"/>
          </a:xfrm>
          <a:prstGeom prst="rect">
            <a:avLst/>
          </a:prstGeom>
        </p:spPr>
        <p:txBody>
          <a:bodyPr/>
          <a:lstStyle>
            <a:lvl1pPr marL="0" indent="0" algn="ctr" defTabSz="649223">
              <a:spcBef>
                <a:spcPts val="700"/>
              </a:spcBef>
              <a:buSzTx/>
              <a:buFontTx/>
              <a:buNone/>
              <a:defRPr sz="710"/>
            </a:lvl1pPr>
          </a:lstStyle>
          <a:p>
            <a:pPr/>
            <a:r>
              <a:t>MM</a:t>
            </a:r>
          </a:p>
        </p:txBody>
      </p:sp>
      <p:sp>
        <p:nvSpPr>
          <p:cNvPr id="206" name="Rectangle 31"/>
          <p:cNvSpPr/>
          <p:nvPr/>
        </p:nvSpPr>
        <p:spPr>
          <a:xfrm>
            <a:off x="929639" y="4034785"/>
            <a:ext cx="10332722" cy="45720"/>
          </a:xfrm>
          <a:prstGeom prst="rect">
            <a:avLst/>
          </a:prstGeom>
          <a:solidFill>
            <a:srgbClr val="E3B18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404040"/>
                </a:solidFill>
              </a:defRPr>
            </a:pPr>
          </a:p>
        </p:txBody>
      </p:sp>
      <p:sp>
        <p:nvSpPr>
          <p:cNvPr id="207" name="Slide Number"/>
          <p:cNvSpPr txBox="1"/>
          <p:nvPr>
            <p:ph type="sldNum" sz="quarter" idx="2"/>
          </p:nvPr>
        </p:nvSpPr>
        <p:spPr>
          <a:xfrm>
            <a:off x="11122523" y="6423342"/>
            <a:ext cx="231278" cy="2311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mart Art">
    <p:bg>
      <p:bgPr>
        <a:solidFill>
          <a:schemeClr val="accent1">
            <a:hueOff val="-1500000"/>
            <a:satOff val="-60000"/>
            <a:lumOff val="3921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CLICK TO EDIT MASTER TITLE STYLE"/>
          <p:cNvSpPr txBox="1"/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215" name="Straight Connector 9"/>
          <p:cNvSpPr/>
          <p:nvPr/>
        </p:nvSpPr>
        <p:spPr>
          <a:xfrm flipV="1">
            <a:off x="0" y="-1"/>
            <a:ext cx="2590801" cy="762002"/>
          </a:xfrm>
          <a:prstGeom prst="line">
            <a:avLst/>
          </a:prstGeom>
          <a:ln w="6350">
            <a:solidFill>
              <a:srgbClr val="E3B18D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16" name="Straight Connector 11"/>
          <p:cNvSpPr/>
          <p:nvPr/>
        </p:nvSpPr>
        <p:spPr>
          <a:xfrm flipH="1">
            <a:off x="-1" y="0"/>
            <a:ext cx="704852" cy="1027906"/>
          </a:xfrm>
          <a:prstGeom prst="line">
            <a:avLst/>
          </a:prstGeom>
          <a:ln w="6350">
            <a:solidFill>
              <a:srgbClr val="E3B18D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17" name="Slide Number"/>
          <p:cNvSpPr txBox="1"/>
          <p:nvPr>
            <p:ph type="sldNum" sz="quarter" idx="2"/>
          </p:nvPr>
        </p:nvSpPr>
        <p:spPr>
          <a:xfrm>
            <a:off x="11122523" y="6423342"/>
            <a:ext cx="231278" cy="2311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18" name="Body Level One…"/>
          <p:cNvSpPr txBox="1"/>
          <p:nvPr>
            <p:ph type="body" idx="1"/>
          </p:nvPr>
        </p:nvSpPr>
        <p:spPr>
          <a:xfrm>
            <a:off x="838199" y="2136775"/>
            <a:ext cx="10515600" cy="369728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eam Slide 4 People">
    <p:bg>
      <p:bgPr>
        <a:solidFill>
          <a:schemeClr val="accent1">
            <a:hueOff val="-1500000"/>
            <a:satOff val="-60000"/>
            <a:lumOff val="3921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CLICK TO EDIT MASTER TITLE STYLE"/>
          <p:cNvSpPr txBox="1"/>
          <p:nvPr>
            <p:ph type="title" hasCustomPrompt="1"/>
          </p:nvPr>
        </p:nvSpPr>
        <p:spPr>
          <a:xfrm>
            <a:off x="1885156" y="892177"/>
            <a:ext cx="8421689" cy="1325564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226" name="Picture Placeholder 10"/>
          <p:cNvSpPr/>
          <p:nvPr>
            <p:ph type="pic" sz="quarter" idx="21"/>
          </p:nvPr>
        </p:nvSpPr>
        <p:spPr>
          <a:xfrm>
            <a:off x="1487181" y="2886074"/>
            <a:ext cx="1845512" cy="184551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227" name="Picture Placeholder 10"/>
          <p:cNvSpPr/>
          <p:nvPr>
            <p:ph type="pic" sz="quarter" idx="22"/>
          </p:nvPr>
        </p:nvSpPr>
        <p:spPr>
          <a:xfrm>
            <a:off x="3836913" y="2886074"/>
            <a:ext cx="1845512" cy="184551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228" name="Picture Placeholder 10"/>
          <p:cNvSpPr/>
          <p:nvPr>
            <p:ph type="pic" sz="quarter" idx="23"/>
          </p:nvPr>
        </p:nvSpPr>
        <p:spPr>
          <a:xfrm>
            <a:off x="6327578" y="2886074"/>
            <a:ext cx="1845512" cy="184551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229" name="Picture Placeholder 10"/>
          <p:cNvSpPr/>
          <p:nvPr>
            <p:ph type="pic" sz="quarter" idx="24"/>
          </p:nvPr>
        </p:nvSpPr>
        <p:spPr>
          <a:xfrm>
            <a:off x="8747458" y="2886074"/>
            <a:ext cx="1845512" cy="184551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230" name="Body Level One…"/>
          <p:cNvSpPr txBox="1"/>
          <p:nvPr>
            <p:ph type="body" sz="quarter" idx="1" hasCustomPrompt="1"/>
          </p:nvPr>
        </p:nvSpPr>
        <p:spPr>
          <a:xfrm>
            <a:off x="1343248" y="5084524"/>
            <a:ext cx="2123744" cy="343062"/>
          </a:xfrm>
          <a:prstGeom prst="rect">
            <a:avLst/>
          </a:prstGeom>
        </p:spPr>
        <p:txBody>
          <a:bodyPr anchor="ctr"/>
          <a:lstStyle>
            <a:lvl1pPr marL="0" indent="0" algn="ctr">
              <a:buSzTx/>
              <a:buFontTx/>
              <a:buNone/>
              <a:defRPr spc="150" sz="1400"/>
            </a:lvl1pPr>
            <a:lvl2pPr marL="0" indent="457200" algn="ctr">
              <a:buSzTx/>
              <a:buFontTx/>
              <a:buNone/>
              <a:defRPr spc="150" sz="1400"/>
            </a:lvl2pPr>
            <a:lvl3pPr marL="0" indent="914400" algn="ctr">
              <a:buSzTx/>
              <a:buFontTx/>
              <a:buNone/>
              <a:defRPr spc="150" sz="1400"/>
            </a:lvl3pPr>
            <a:lvl4pPr marL="0" indent="1371600" algn="ctr">
              <a:buSzTx/>
              <a:buFontTx/>
              <a:buNone/>
              <a:defRPr spc="150" sz="1400"/>
            </a:lvl4pPr>
            <a:lvl5pPr marL="0" indent="1828800" algn="ctr">
              <a:buSzTx/>
              <a:buFontTx/>
              <a:buNone/>
              <a:defRPr spc="150" sz="1400"/>
            </a:lvl5pPr>
          </a:lstStyle>
          <a:p>
            <a:pPr/>
            <a:r>
              <a:t>CLICK TO EDIT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31" name="Text Placeholder 2"/>
          <p:cNvSpPr/>
          <p:nvPr>
            <p:ph type="body" sz="quarter" idx="25" hasCustomPrompt="1"/>
          </p:nvPr>
        </p:nvSpPr>
        <p:spPr>
          <a:xfrm>
            <a:off x="3692980" y="5099206"/>
            <a:ext cx="2135755" cy="343062"/>
          </a:xfrm>
          <a:prstGeom prst="rect">
            <a:avLst/>
          </a:prstGeom>
        </p:spPr>
        <p:txBody>
          <a:bodyPr anchor="ctr"/>
          <a:lstStyle>
            <a:lvl1pPr marL="0" indent="0" algn="ctr">
              <a:buSzTx/>
              <a:buFontTx/>
              <a:buNone/>
              <a:defRPr spc="100" sz="1400"/>
            </a:lvl1pPr>
          </a:lstStyle>
          <a:p>
            <a:pPr/>
            <a:r>
              <a:t>CLICK TO EDIT</a:t>
            </a:r>
          </a:p>
        </p:txBody>
      </p:sp>
      <p:sp>
        <p:nvSpPr>
          <p:cNvPr id="232" name="Text Placeholder 2"/>
          <p:cNvSpPr/>
          <p:nvPr>
            <p:ph type="body" sz="quarter" idx="26" hasCustomPrompt="1"/>
          </p:nvPr>
        </p:nvSpPr>
        <p:spPr>
          <a:xfrm>
            <a:off x="6183643" y="5099206"/>
            <a:ext cx="2123744" cy="343062"/>
          </a:xfrm>
          <a:prstGeom prst="rect">
            <a:avLst/>
          </a:prstGeom>
        </p:spPr>
        <p:txBody>
          <a:bodyPr anchor="ctr"/>
          <a:lstStyle>
            <a:lvl1pPr marL="0" indent="0" algn="ctr">
              <a:buSzTx/>
              <a:buFontTx/>
              <a:buNone/>
              <a:defRPr spc="100" sz="1400"/>
            </a:lvl1pPr>
          </a:lstStyle>
          <a:p>
            <a:pPr/>
            <a:r>
              <a:t>CLICK TO EDIT</a:t>
            </a:r>
          </a:p>
        </p:txBody>
      </p:sp>
      <p:sp>
        <p:nvSpPr>
          <p:cNvPr id="233" name="Text Placeholder 2"/>
          <p:cNvSpPr/>
          <p:nvPr>
            <p:ph type="body" sz="quarter" idx="27" hasCustomPrompt="1"/>
          </p:nvPr>
        </p:nvSpPr>
        <p:spPr>
          <a:xfrm>
            <a:off x="8603525" y="5084524"/>
            <a:ext cx="2123743" cy="343062"/>
          </a:xfrm>
          <a:prstGeom prst="rect">
            <a:avLst/>
          </a:prstGeom>
        </p:spPr>
        <p:txBody>
          <a:bodyPr anchor="ctr"/>
          <a:lstStyle>
            <a:lvl1pPr marL="0" indent="0" algn="ctr">
              <a:buSzTx/>
              <a:buFontTx/>
              <a:buNone/>
              <a:defRPr spc="100" sz="1400"/>
            </a:lvl1pPr>
          </a:lstStyle>
          <a:p>
            <a:pPr/>
            <a:r>
              <a:t>CLICK TO EDIT</a:t>
            </a:r>
          </a:p>
        </p:txBody>
      </p:sp>
      <p:sp>
        <p:nvSpPr>
          <p:cNvPr id="234" name="Text Placeholder 2"/>
          <p:cNvSpPr/>
          <p:nvPr>
            <p:ph type="body" sz="quarter" idx="28" hasCustomPrompt="1"/>
          </p:nvPr>
        </p:nvSpPr>
        <p:spPr>
          <a:xfrm>
            <a:off x="1487181" y="5464114"/>
            <a:ext cx="1845512" cy="343062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pc="100" sz="1000"/>
            </a:lvl1pPr>
          </a:lstStyle>
          <a:p>
            <a:pPr/>
            <a:r>
              <a:t>CLICK TO EDIT</a:t>
            </a:r>
          </a:p>
        </p:txBody>
      </p:sp>
      <p:sp>
        <p:nvSpPr>
          <p:cNvPr id="235" name="Text Placeholder 2"/>
          <p:cNvSpPr/>
          <p:nvPr>
            <p:ph type="body" sz="quarter" idx="29" hasCustomPrompt="1"/>
          </p:nvPr>
        </p:nvSpPr>
        <p:spPr>
          <a:xfrm>
            <a:off x="3836913" y="5478795"/>
            <a:ext cx="1855949" cy="343062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pc="100" sz="1000"/>
            </a:lvl1pPr>
          </a:lstStyle>
          <a:p>
            <a:pPr/>
            <a:r>
              <a:t>CLICK TO EDIT</a:t>
            </a:r>
          </a:p>
        </p:txBody>
      </p:sp>
      <p:sp>
        <p:nvSpPr>
          <p:cNvPr id="236" name="Text Placeholder 2"/>
          <p:cNvSpPr/>
          <p:nvPr>
            <p:ph type="body" sz="quarter" idx="30" hasCustomPrompt="1"/>
          </p:nvPr>
        </p:nvSpPr>
        <p:spPr>
          <a:xfrm>
            <a:off x="6327576" y="5478795"/>
            <a:ext cx="1845512" cy="343062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pc="100" sz="1000"/>
            </a:lvl1pPr>
          </a:lstStyle>
          <a:p>
            <a:pPr/>
            <a:r>
              <a:t>CLICK TO EDIT</a:t>
            </a:r>
          </a:p>
        </p:txBody>
      </p:sp>
      <p:sp>
        <p:nvSpPr>
          <p:cNvPr id="237" name="Text Placeholder 2"/>
          <p:cNvSpPr/>
          <p:nvPr>
            <p:ph type="body" sz="quarter" idx="31" hasCustomPrompt="1"/>
          </p:nvPr>
        </p:nvSpPr>
        <p:spPr>
          <a:xfrm>
            <a:off x="8747458" y="5464114"/>
            <a:ext cx="1845511" cy="343062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pc="100" sz="1000"/>
            </a:lvl1pPr>
          </a:lstStyle>
          <a:p>
            <a:pPr/>
            <a:r>
              <a:t>CLICK TO EDIT</a:t>
            </a:r>
          </a:p>
        </p:txBody>
      </p:sp>
      <p:sp>
        <p:nvSpPr>
          <p:cNvPr id="238" name="Slide Number"/>
          <p:cNvSpPr txBox="1"/>
          <p:nvPr>
            <p:ph type="sldNum" sz="quarter" idx="2"/>
          </p:nvPr>
        </p:nvSpPr>
        <p:spPr>
          <a:xfrm>
            <a:off x="11122523" y="6423342"/>
            <a:ext cx="231278" cy="2311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39" name="Straight Connector 9"/>
          <p:cNvSpPr/>
          <p:nvPr/>
        </p:nvSpPr>
        <p:spPr>
          <a:xfrm flipH="1" flipV="1">
            <a:off x="7334249" y="-1"/>
            <a:ext cx="4857751" cy="762001"/>
          </a:xfrm>
          <a:prstGeom prst="line">
            <a:avLst/>
          </a:prstGeom>
          <a:ln w="6350">
            <a:solidFill>
              <a:srgbClr val="C6BFAA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40" name="Straight Connector 14"/>
          <p:cNvSpPr/>
          <p:nvPr/>
        </p:nvSpPr>
        <p:spPr>
          <a:xfrm>
            <a:off x="11487150" y="0"/>
            <a:ext cx="704851" cy="1724026"/>
          </a:xfrm>
          <a:prstGeom prst="line">
            <a:avLst/>
          </a:prstGeom>
          <a:ln w="6350">
            <a:solidFill>
              <a:srgbClr val="C6BFAA"/>
            </a:solidFill>
            <a:miter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eam Slide 8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CLICK TO EDIT MASTER TITLE STYLE"/>
          <p:cNvSpPr txBox="1"/>
          <p:nvPr>
            <p:ph type="title" hasCustomPrompt="1"/>
          </p:nvPr>
        </p:nvSpPr>
        <p:spPr>
          <a:xfrm>
            <a:off x="1885156" y="892177"/>
            <a:ext cx="8421689" cy="1325564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248" name="Picture Placeholder 10"/>
          <p:cNvSpPr/>
          <p:nvPr>
            <p:ph type="pic" sz="quarter" idx="21"/>
          </p:nvPr>
        </p:nvSpPr>
        <p:spPr>
          <a:xfrm>
            <a:off x="1877175" y="2428875"/>
            <a:ext cx="1066801" cy="106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249" name="Picture Placeholder 10"/>
          <p:cNvSpPr/>
          <p:nvPr>
            <p:ph type="pic" sz="quarter" idx="22"/>
          </p:nvPr>
        </p:nvSpPr>
        <p:spPr>
          <a:xfrm>
            <a:off x="4226269" y="2428875"/>
            <a:ext cx="1066801" cy="106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250" name="Picture Placeholder 10"/>
          <p:cNvSpPr/>
          <p:nvPr>
            <p:ph type="pic" sz="quarter" idx="23"/>
          </p:nvPr>
        </p:nvSpPr>
        <p:spPr>
          <a:xfrm>
            <a:off x="6716934" y="2428875"/>
            <a:ext cx="1066801" cy="106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251" name="Picture Placeholder 10"/>
          <p:cNvSpPr/>
          <p:nvPr>
            <p:ph type="pic" sz="quarter" idx="24"/>
          </p:nvPr>
        </p:nvSpPr>
        <p:spPr>
          <a:xfrm>
            <a:off x="9136813" y="2428875"/>
            <a:ext cx="1066801" cy="106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252" name="Body Level One…"/>
          <p:cNvSpPr txBox="1"/>
          <p:nvPr>
            <p:ph type="body" sz="quarter" idx="1" hasCustomPrompt="1"/>
          </p:nvPr>
        </p:nvSpPr>
        <p:spPr>
          <a:xfrm>
            <a:off x="1500168" y="3654378"/>
            <a:ext cx="1828801" cy="343062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pc="150" sz="1000"/>
            </a:lvl1pPr>
            <a:lvl2pPr marL="0" indent="457200" algn="ctr">
              <a:buSzTx/>
              <a:buFontTx/>
              <a:buNone/>
              <a:defRPr spc="150" sz="1000"/>
            </a:lvl2pPr>
            <a:lvl3pPr marL="0" indent="914400" algn="ctr">
              <a:buSzTx/>
              <a:buFontTx/>
              <a:buNone/>
              <a:defRPr spc="150" sz="1000"/>
            </a:lvl3pPr>
            <a:lvl4pPr marL="0" indent="1371600" algn="ctr">
              <a:buSzTx/>
              <a:buFontTx/>
              <a:buNone/>
              <a:defRPr spc="150" sz="1000"/>
            </a:lvl4pPr>
            <a:lvl5pPr marL="0" indent="1828800" algn="ctr">
              <a:buSzTx/>
              <a:buFontTx/>
              <a:buNone/>
              <a:defRPr spc="150" sz="1000"/>
            </a:lvl5pPr>
          </a:lstStyle>
          <a:p>
            <a:pPr/>
            <a:r>
              <a:t>CLICK TO EDIT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3" name="Text Placeholder 2"/>
          <p:cNvSpPr/>
          <p:nvPr>
            <p:ph type="body" sz="quarter" idx="25" hasCustomPrompt="1"/>
          </p:nvPr>
        </p:nvSpPr>
        <p:spPr>
          <a:xfrm>
            <a:off x="1390119" y="3782038"/>
            <a:ext cx="2057401" cy="343062"/>
          </a:xfrm>
          <a:prstGeom prst="rect">
            <a:avLst/>
          </a:prstGeom>
        </p:spPr>
        <p:txBody>
          <a:bodyPr anchor="ctr"/>
          <a:lstStyle>
            <a:lvl1pPr marL="0" indent="0" algn="ctr">
              <a:buSzTx/>
              <a:buFontTx/>
              <a:buNone/>
              <a:defRPr spc="100" sz="900"/>
            </a:lvl1pPr>
          </a:lstStyle>
          <a:p>
            <a:pPr/>
            <a:r>
              <a:t>CLICK TO EDIT</a:t>
            </a:r>
          </a:p>
        </p:txBody>
      </p:sp>
      <p:sp>
        <p:nvSpPr>
          <p:cNvPr id="254" name="Text Placeholder 2"/>
          <p:cNvSpPr/>
          <p:nvPr>
            <p:ph type="body" sz="quarter" idx="26" hasCustomPrompt="1"/>
          </p:nvPr>
        </p:nvSpPr>
        <p:spPr>
          <a:xfrm>
            <a:off x="3849261" y="3669060"/>
            <a:ext cx="1828801" cy="343062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pc="100" sz="1000"/>
            </a:lvl1pPr>
          </a:lstStyle>
          <a:p>
            <a:pPr/>
            <a:r>
              <a:t>CLICK TO EDIT</a:t>
            </a:r>
          </a:p>
        </p:txBody>
      </p:sp>
      <p:sp>
        <p:nvSpPr>
          <p:cNvPr id="255" name="Text Placeholder 2"/>
          <p:cNvSpPr/>
          <p:nvPr>
            <p:ph type="body" sz="quarter" idx="27" hasCustomPrompt="1"/>
          </p:nvPr>
        </p:nvSpPr>
        <p:spPr>
          <a:xfrm>
            <a:off x="3739214" y="3796720"/>
            <a:ext cx="2057401" cy="343062"/>
          </a:xfrm>
          <a:prstGeom prst="rect">
            <a:avLst/>
          </a:prstGeom>
        </p:spPr>
        <p:txBody>
          <a:bodyPr anchor="ctr"/>
          <a:lstStyle>
            <a:lvl1pPr marL="0" indent="0" algn="ctr">
              <a:buSzTx/>
              <a:buFontTx/>
              <a:buNone/>
              <a:defRPr spc="100" sz="900"/>
            </a:lvl1pPr>
          </a:lstStyle>
          <a:p>
            <a:pPr/>
            <a:r>
              <a:t>CLICK TO EDIT</a:t>
            </a:r>
          </a:p>
        </p:txBody>
      </p:sp>
      <p:sp>
        <p:nvSpPr>
          <p:cNvPr id="256" name="Text Placeholder 2"/>
          <p:cNvSpPr/>
          <p:nvPr>
            <p:ph type="body" sz="quarter" idx="28" hasCustomPrompt="1"/>
          </p:nvPr>
        </p:nvSpPr>
        <p:spPr>
          <a:xfrm>
            <a:off x="6339925" y="3669060"/>
            <a:ext cx="1828801" cy="343062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pc="100" sz="1000"/>
            </a:lvl1pPr>
          </a:lstStyle>
          <a:p>
            <a:pPr/>
            <a:r>
              <a:t>CLICK TO EDIT</a:t>
            </a:r>
          </a:p>
        </p:txBody>
      </p:sp>
      <p:sp>
        <p:nvSpPr>
          <p:cNvPr id="257" name="Text Placeholder 2"/>
          <p:cNvSpPr/>
          <p:nvPr>
            <p:ph type="body" sz="quarter" idx="29" hasCustomPrompt="1"/>
          </p:nvPr>
        </p:nvSpPr>
        <p:spPr>
          <a:xfrm>
            <a:off x="6217963" y="3796720"/>
            <a:ext cx="2057401" cy="343062"/>
          </a:xfrm>
          <a:prstGeom prst="rect">
            <a:avLst/>
          </a:prstGeom>
        </p:spPr>
        <p:txBody>
          <a:bodyPr anchor="ctr"/>
          <a:lstStyle>
            <a:lvl1pPr marL="0" indent="0" algn="ctr">
              <a:buSzTx/>
              <a:buFontTx/>
              <a:buNone/>
              <a:defRPr spc="100" sz="900"/>
            </a:lvl1pPr>
          </a:lstStyle>
          <a:p>
            <a:pPr/>
            <a:r>
              <a:t>CLICK TO EDIT</a:t>
            </a:r>
          </a:p>
        </p:txBody>
      </p:sp>
      <p:sp>
        <p:nvSpPr>
          <p:cNvPr id="258" name="Text Placeholder 2"/>
          <p:cNvSpPr/>
          <p:nvPr>
            <p:ph type="body" sz="quarter" idx="30" hasCustomPrompt="1"/>
          </p:nvPr>
        </p:nvSpPr>
        <p:spPr>
          <a:xfrm>
            <a:off x="8759805" y="3654378"/>
            <a:ext cx="1828801" cy="343062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pc="100" sz="1000"/>
            </a:lvl1pPr>
          </a:lstStyle>
          <a:p>
            <a:pPr/>
            <a:r>
              <a:t>CLICK TO EDIT</a:t>
            </a:r>
          </a:p>
        </p:txBody>
      </p:sp>
      <p:sp>
        <p:nvSpPr>
          <p:cNvPr id="259" name="Text Placeholder 2"/>
          <p:cNvSpPr/>
          <p:nvPr>
            <p:ph type="body" sz="quarter" idx="31" hasCustomPrompt="1"/>
          </p:nvPr>
        </p:nvSpPr>
        <p:spPr>
          <a:xfrm>
            <a:off x="8634431" y="3782038"/>
            <a:ext cx="2057401" cy="343062"/>
          </a:xfrm>
          <a:prstGeom prst="rect">
            <a:avLst/>
          </a:prstGeom>
        </p:spPr>
        <p:txBody>
          <a:bodyPr anchor="ctr"/>
          <a:lstStyle>
            <a:lvl1pPr marL="0" indent="0" algn="ctr">
              <a:buSzTx/>
              <a:buFontTx/>
              <a:buNone/>
              <a:defRPr spc="100" sz="900"/>
            </a:lvl1pPr>
          </a:lstStyle>
          <a:p>
            <a:pPr/>
            <a:r>
              <a:t>CLICK TO EDIT</a:t>
            </a:r>
          </a:p>
        </p:txBody>
      </p:sp>
      <p:sp>
        <p:nvSpPr>
          <p:cNvPr id="260" name="Picture Placeholder 10"/>
          <p:cNvSpPr/>
          <p:nvPr>
            <p:ph type="pic" sz="quarter" idx="32"/>
          </p:nvPr>
        </p:nvSpPr>
        <p:spPr>
          <a:xfrm>
            <a:off x="1877175" y="4287711"/>
            <a:ext cx="1066801" cy="1066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261" name="Picture Placeholder 10"/>
          <p:cNvSpPr/>
          <p:nvPr>
            <p:ph type="pic" sz="quarter" idx="33"/>
          </p:nvPr>
        </p:nvSpPr>
        <p:spPr>
          <a:xfrm>
            <a:off x="4226269" y="4287711"/>
            <a:ext cx="1066801" cy="1066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262" name="Picture Placeholder 10"/>
          <p:cNvSpPr/>
          <p:nvPr>
            <p:ph type="pic" sz="quarter" idx="34"/>
          </p:nvPr>
        </p:nvSpPr>
        <p:spPr>
          <a:xfrm>
            <a:off x="6716934" y="4287711"/>
            <a:ext cx="1066801" cy="1066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263" name="Picture Placeholder 10"/>
          <p:cNvSpPr/>
          <p:nvPr>
            <p:ph type="pic" sz="quarter" idx="35"/>
          </p:nvPr>
        </p:nvSpPr>
        <p:spPr>
          <a:xfrm>
            <a:off x="9136813" y="4287711"/>
            <a:ext cx="1066801" cy="1066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264" name="Text Placeholder 2"/>
          <p:cNvSpPr/>
          <p:nvPr>
            <p:ph type="body" sz="quarter" idx="36" hasCustomPrompt="1"/>
          </p:nvPr>
        </p:nvSpPr>
        <p:spPr>
          <a:xfrm>
            <a:off x="1500168" y="5513213"/>
            <a:ext cx="1828801" cy="343062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pc="100" sz="1000"/>
            </a:lvl1pPr>
          </a:lstStyle>
          <a:p>
            <a:pPr/>
            <a:r>
              <a:t>CLICK TO EDIT</a:t>
            </a:r>
          </a:p>
        </p:txBody>
      </p:sp>
      <p:sp>
        <p:nvSpPr>
          <p:cNvPr id="265" name="Text Placeholder 2"/>
          <p:cNvSpPr/>
          <p:nvPr>
            <p:ph type="body" sz="quarter" idx="37" hasCustomPrompt="1"/>
          </p:nvPr>
        </p:nvSpPr>
        <p:spPr>
          <a:xfrm>
            <a:off x="1390119" y="5640875"/>
            <a:ext cx="2057401" cy="343062"/>
          </a:xfrm>
          <a:prstGeom prst="rect">
            <a:avLst/>
          </a:prstGeom>
        </p:spPr>
        <p:txBody>
          <a:bodyPr anchor="ctr"/>
          <a:lstStyle>
            <a:lvl1pPr marL="0" indent="0" algn="ctr">
              <a:buSzTx/>
              <a:buFontTx/>
              <a:buNone/>
              <a:defRPr spc="100" sz="900"/>
            </a:lvl1pPr>
          </a:lstStyle>
          <a:p>
            <a:pPr/>
            <a:r>
              <a:t>CLICK TO EDIT</a:t>
            </a:r>
          </a:p>
        </p:txBody>
      </p:sp>
      <p:sp>
        <p:nvSpPr>
          <p:cNvPr id="266" name="Text Placeholder 2"/>
          <p:cNvSpPr/>
          <p:nvPr>
            <p:ph type="body" sz="quarter" idx="38" hasCustomPrompt="1"/>
          </p:nvPr>
        </p:nvSpPr>
        <p:spPr>
          <a:xfrm>
            <a:off x="3849261" y="5527895"/>
            <a:ext cx="1828801" cy="343062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pc="100" sz="1000"/>
            </a:lvl1pPr>
          </a:lstStyle>
          <a:p>
            <a:pPr/>
            <a:r>
              <a:t>CLICK TO EDIT</a:t>
            </a:r>
          </a:p>
        </p:txBody>
      </p:sp>
      <p:sp>
        <p:nvSpPr>
          <p:cNvPr id="267" name="Text Placeholder 2"/>
          <p:cNvSpPr/>
          <p:nvPr>
            <p:ph type="body" sz="quarter" idx="39" hasCustomPrompt="1"/>
          </p:nvPr>
        </p:nvSpPr>
        <p:spPr>
          <a:xfrm>
            <a:off x="3739214" y="5655557"/>
            <a:ext cx="2057401" cy="343062"/>
          </a:xfrm>
          <a:prstGeom prst="rect">
            <a:avLst/>
          </a:prstGeom>
        </p:spPr>
        <p:txBody>
          <a:bodyPr anchor="ctr"/>
          <a:lstStyle>
            <a:lvl1pPr marL="0" indent="0" algn="ctr">
              <a:buSzTx/>
              <a:buFontTx/>
              <a:buNone/>
              <a:defRPr spc="100" sz="900"/>
            </a:lvl1pPr>
          </a:lstStyle>
          <a:p>
            <a:pPr/>
            <a:r>
              <a:t>CLICK TO EDIT</a:t>
            </a:r>
          </a:p>
        </p:txBody>
      </p:sp>
      <p:sp>
        <p:nvSpPr>
          <p:cNvPr id="268" name="Text Placeholder 2"/>
          <p:cNvSpPr/>
          <p:nvPr>
            <p:ph type="body" sz="quarter" idx="40" hasCustomPrompt="1"/>
          </p:nvPr>
        </p:nvSpPr>
        <p:spPr>
          <a:xfrm>
            <a:off x="6339925" y="5527895"/>
            <a:ext cx="1828801" cy="343062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pc="100" sz="1000"/>
            </a:lvl1pPr>
          </a:lstStyle>
          <a:p>
            <a:pPr/>
            <a:r>
              <a:t>CLICK TO EDIT</a:t>
            </a:r>
          </a:p>
        </p:txBody>
      </p:sp>
      <p:sp>
        <p:nvSpPr>
          <p:cNvPr id="269" name="Text Placeholder 2"/>
          <p:cNvSpPr/>
          <p:nvPr>
            <p:ph type="body" sz="quarter" idx="41" hasCustomPrompt="1"/>
          </p:nvPr>
        </p:nvSpPr>
        <p:spPr>
          <a:xfrm>
            <a:off x="6229877" y="5655557"/>
            <a:ext cx="2057401" cy="343062"/>
          </a:xfrm>
          <a:prstGeom prst="rect">
            <a:avLst/>
          </a:prstGeom>
        </p:spPr>
        <p:txBody>
          <a:bodyPr anchor="ctr"/>
          <a:lstStyle>
            <a:lvl1pPr marL="0" indent="0" algn="ctr">
              <a:buSzTx/>
              <a:buFontTx/>
              <a:buNone/>
              <a:defRPr spc="100" sz="900"/>
            </a:lvl1pPr>
          </a:lstStyle>
          <a:p>
            <a:pPr/>
            <a:r>
              <a:t>CLICK TO EDIT</a:t>
            </a:r>
          </a:p>
        </p:txBody>
      </p:sp>
      <p:sp>
        <p:nvSpPr>
          <p:cNvPr id="270" name="Text Placeholder 2"/>
          <p:cNvSpPr/>
          <p:nvPr>
            <p:ph type="body" sz="quarter" idx="42" hasCustomPrompt="1"/>
          </p:nvPr>
        </p:nvSpPr>
        <p:spPr>
          <a:xfrm>
            <a:off x="8759805" y="5513213"/>
            <a:ext cx="1828801" cy="343062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pc="100" sz="1000"/>
            </a:lvl1pPr>
          </a:lstStyle>
          <a:p>
            <a:pPr/>
            <a:r>
              <a:t>CLICK TO EDIT</a:t>
            </a:r>
          </a:p>
        </p:txBody>
      </p:sp>
      <p:sp>
        <p:nvSpPr>
          <p:cNvPr id="271" name="Text Placeholder 2"/>
          <p:cNvSpPr/>
          <p:nvPr>
            <p:ph type="body" sz="quarter" idx="43" hasCustomPrompt="1"/>
          </p:nvPr>
        </p:nvSpPr>
        <p:spPr>
          <a:xfrm>
            <a:off x="8634431" y="5640875"/>
            <a:ext cx="2057401" cy="343062"/>
          </a:xfrm>
          <a:prstGeom prst="rect">
            <a:avLst/>
          </a:prstGeom>
        </p:spPr>
        <p:txBody>
          <a:bodyPr anchor="ctr"/>
          <a:lstStyle>
            <a:lvl1pPr marL="0" indent="0" algn="ctr">
              <a:buSzTx/>
              <a:buFontTx/>
              <a:buNone/>
              <a:defRPr spc="100" sz="900"/>
            </a:lvl1pPr>
          </a:lstStyle>
          <a:p>
            <a:pPr/>
            <a:r>
              <a:t>CLICK TO EDIT</a:t>
            </a:r>
          </a:p>
        </p:txBody>
      </p:sp>
      <p:sp>
        <p:nvSpPr>
          <p:cNvPr id="272" name="Slide Number"/>
          <p:cNvSpPr txBox="1"/>
          <p:nvPr>
            <p:ph type="sldNum" sz="quarter" idx="2"/>
          </p:nvPr>
        </p:nvSpPr>
        <p:spPr>
          <a:xfrm>
            <a:off x="11122523" y="6423342"/>
            <a:ext cx="231278" cy="23114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pic>
        <p:nvPicPr>
          <p:cNvPr id="273" name="Graphic 12" descr="Graphic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473952"/>
            <a:ext cx="2057400" cy="1647826"/>
          </a:xfrm>
          <a:prstGeom prst="rect">
            <a:avLst/>
          </a:prstGeom>
          <a:ln w="12700">
            <a:miter lim="400000"/>
          </a:ln>
        </p:spPr>
      </p:pic>
      <p:pic>
        <p:nvPicPr>
          <p:cNvPr id="274" name="Graphic 13" descr="Graphic 1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049000" y="5180889"/>
            <a:ext cx="1143000" cy="914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3  Content">
    <p:bg>
      <p:bgPr>
        <a:solidFill>
          <a:schemeClr val="accent1">
            <a:hueOff val="-1500000"/>
            <a:satOff val="-60000"/>
            <a:lumOff val="3921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CLICK TO EDIT MASTER TITLE STYLE"/>
          <p:cNvSpPr txBox="1"/>
          <p:nvPr>
            <p:ph type="title" hasCustomPrompt="1"/>
          </p:nvPr>
        </p:nvSpPr>
        <p:spPr>
          <a:xfrm>
            <a:off x="1885156" y="892177"/>
            <a:ext cx="8421689" cy="1325564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282" name="Body Level One…"/>
          <p:cNvSpPr txBox="1"/>
          <p:nvPr>
            <p:ph type="body" sz="quarter" idx="1" hasCustomPrompt="1"/>
          </p:nvPr>
        </p:nvSpPr>
        <p:spPr>
          <a:xfrm>
            <a:off x="1075446" y="2370670"/>
            <a:ext cx="1856233" cy="1664208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1400"/>
            </a:lvl1pPr>
            <a:lvl2pPr marL="0" indent="457200" algn="ctr">
              <a:buSzTx/>
              <a:buFontTx/>
              <a:buNone/>
              <a:defRPr sz="1400"/>
            </a:lvl2pPr>
            <a:lvl3pPr marL="0" indent="914400" algn="ctr">
              <a:buSzTx/>
              <a:buFontTx/>
              <a:buNone/>
              <a:defRPr sz="1400"/>
            </a:lvl3pPr>
            <a:lvl4pPr marL="0" indent="1371600" algn="ctr">
              <a:buSzTx/>
              <a:buFontTx/>
              <a:buNone/>
              <a:defRPr sz="1400"/>
            </a:lvl4pPr>
            <a:lvl5pPr marL="0" indent="1828800" algn="ctr">
              <a:buSzTx/>
              <a:buFontTx/>
              <a:buNone/>
              <a:defRPr sz="1400"/>
            </a:lvl5pPr>
          </a:lstStyle>
          <a:p>
            <a:pPr/>
            <a:r>
              <a:t>Click to add content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83" name="Text Placeholder 2"/>
          <p:cNvSpPr/>
          <p:nvPr>
            <p:ph type="body" sz="quarter" idx="21" hasCustomPrompt="1"/>
          </p:nvPr>
        </p:nvSpPr>
        <p:spPr>
          <a:xfrm>
            <a:off x="838200" y="3788812"/>
            <a:ext cx="2330726" cy="804860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ctr">
              <a:buSzTx/>
              <a:buFontTx/>
              <a:buNone/>
              <a:defRPr spc="100" sz="3200"/>
            </a:lvl1pPr>
          </a:lstStyle>
          <a:p>
            <a:pPr/>
            <a:r>
              <a:t>#</a:t>
            </a:r>
          </a:p>
        </p:txBody>
      </p:sp>
      <p:sp>
        <p:nvSpPr>
          <p:cNvPr id="284" name="Text Placeholder 2"/>
          <p:cNvSpPr/>
          <p:nvPr>
            <p:ph type="body" sz="quarter" idx="22" hasCustomPrompt="1"/>
          </p:nvPr>
        </p:nvSpPr>
        <p:spPr>
          <a:xfrm>
            <a:off x="838200" y="4464810"/>
            <a:ext cx="2330726" cy="438506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ctr">
              <a:buSzTx/>
              <a:buFontTx/>
              <a:buNone/>
              <a:defRPr spc="100" sz="1400"/>
            </a:lvl1pPr>
          </a:lstStyle>
          <a:p>
            <a:pPr/>
            <a:r>
              <a:t>CLICK TO EDIT</a:t>
            </a:r>
          </a:p>
        </p:txBody>
      </p:sp>
      <p:sp>
        <p:nvSpPr>
          <p:cNvPr id="285" name="Text Placeholder 4"/>
          <p:cNvSpPr/>
          <p:nvPr>
            <p:ph type="body" sz="quarter" idx="23" hasCustomPrompt="1"/>
          </p:nvPr>
        </p:nvSpPr>
        <p:spPr>
          <a:xfrm>
            <a:off x="3562665" y="3788812"/>
            <a:ext cx="2342206" cy="804860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ctr">
              <a:buSzTx/>
              <a:buFontTx/>
              <a:buNone/>
              <a:defRPr spc="100" sz="3200"/>
            </a:lvl1pPr>
          </a:lstStyle>
          <a:p>
            <a:pPr/>
            <a:r>
              <a:t>#</a:t>
            </a:r>
          </a:p>
        </p:txBody>
      </p:sp>
      <p:sp>
        <p:nvSpPr>
          <p:cNvPr id="286" name="Text Placeholder 4"/>
          <p:cNvSpPr/>
          <p:nvPr>
            <p:ph type="body" sz="quarter" idx="24" hasCustomPrompt="1"/>
          </p:nvPr>
        </p:nvSpPr>
        <p:spPr>
          <a:xfrm>
            <a:off x="3562665" y="4464810"/>
            <a:ext cx="2342206" cy="43850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SzTx/>
              <a:buFontTx/>
              <a:buNone/>
              <a:defRPr spc="100" sz="1400"/>
            </a:lvl1pPr>
          </a:lstStyle>
          <a:p>
            <a:pPr/>
            <a:r>
              <a:t>CLICK TO EDIT</a:t>
            </a:r>
          </a:p>
        </p:txBody>
      </p:sp>
      <p:sp>
        <p:nvSpPr>
          <p:cNvPr id="287" name="Text Placeholder 2"/>
          <p:cNvSpPr/>
          <p:nvPr>
            <p:ph type="body" sz="quarter" idx="25" hasCustomPrompt="1"/>
          </p:nvPr>
        </p:nvSpPr>
        <p:spPr>
          <a:xfrm>
            <a:off x="6298608" y="3788812"/>
            <a:ext cx="2330727" cy="804860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ctr">
              <a:buSzTx/>
              <a:buFontTx/>
              <a:buNone/>
              <a:defRPr spc="100" sz="3200"/>
            </a:lvl1pPr>
          </a:lstStyle>
          <a:p>
            <a:pPr/>
            <a:r>
              <a:t>#</a:t>
            </a:r>
          </a:p>
        </p:txBody>
      </p:sp>
      <p:sp>
        <p:nvSpPr>
          <p:cNvPr id="288" name="Text Placeholder 2"/>
          <p:cNvSpPr/>
          <p:nvPr>
            <p:ph type="body" sz="quarter" idx="26" hasCustomPrompt="1"/>
          </p:nvPr>
        </p:nvSpPr>
        <p:spPr>
          <a:xfrm>
            <a:off x="6298608" y="4464810"/>
            <a:ext cx="2330727" cy="438506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ctr">
              <a:buSzTx/>
              <a:buFontTx/>
              <a:buNone/>
              <a:defRPr spc="100" sz="1400"/>
            </a:lvl1pPr>
          </a:lstStyle>
          <a:p>
            <a:pPr/>
            <a:r>
              <a:t>CLICK TO EDIT</a:t>
            </a:r>
          </a:p>
        </p:txBody>
      </p:sp>
      <p:sp>
        <p:nvSpPr>
          <p:cNvPr id="289" name="Text Placeholder 2"/>
          <p:cNvSpPr/>
          <p:nvPr>
            <p:ph type="body" sz="quarter" idx="27" hasCustomPrompt="1"/>
          </p:nvPr>
        </p:nvSpPr>
        <p:spPr>
          <a:xfrm>
            <a:off x="9023074" y="3788457"/>
            <a:ext cx="2330727" cy="804860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ctr">
              <a:buSzTx/>
              <a:buFontTx/>
              <a:buNone/>
              <a:defRPr spc="100" sz="3200"/>
            </a:lvl1pPr>
          </a:lstStyle>
          <a:p>
            <a:pPr/>
            <a:r>
              <a:t>#</a:t>
            </a:r>
          </a:p>
        </p:txBody>
      </p:sp>
      <p:sp>
        <p:nvSpPr>
          <p:cNvPr id="290" name="Text Placeholder 2"/>
          <p:cNvSpPr/>
          <p:nvPr>
            <p:ph type="body" sz="quarter" idx="28" hasCustomPrompt="1"/>
          </p:nvPr>
        </p:nvSpPr>
        <p:spPr>
          <a:xfrm>
            <a:off x="9023074" y="4464453"/>
            <a:ext cx="2330727" cy="438506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ctr">
              <a:buSzTx/>
              <a:buFontTx/>
              <a:buNone/>
              <a:defRPr spc="100" sz="1400"/>
            </a:lvl1pPr>
          </a:lstStyle>
          <a:p>
            <a:pPr/>
            <a:r>
              <a:t>CLICK TO EDIT</a:t>
            </a:r>
          </a:p>
        </p:txBody>
      </p:sp>
      <p:sp>
        <p:nvSpPr>
          <p:cNvPr id="291" name="Straight Connector 15"/>
          <p:cNvSpPr/>
          <p:nvPr/>
        </p:nvSpPr>
        <p:spPr>
          <a:xfrm flipH="1">
            <a:off x="-1" y="-1"/>
            <a:ext cx="1238252" cy="1328059"/>
          </a:xfrm>
          <a:prstGeom prst="line">
            <a:avLst/>
          </a:prstGeom>
          <a:ln w="3175">
            <a:solidFill>
              <a:srgbClr val="E3B18D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92" name="Straight Connector 19"/>
          <p:cNvSpPr/>
          <p:nvPr/>
        </p:nvSpPr>
        <p:spPr>
          <a:xfrm flipH="1">
            <a:off x="-1" y="-1"/>
            <a:ext cx="3790952" cy="892178"/>
          </a:xfrm>
          <a:prstGeom prst="line">
            <a:avLst/>
          </a:prstGeom>
          <a:ln w="6350">
            <a:solidFill>
              <a:srgbClr val="E3B18D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93" name="Slide Number"/>
          <p:cNvSpPr txBox="1"/>
          <p:nvPr>
            <p:ph type="sldNum" sz="quarter" idx="2"/>
          </p:nvPr>
        </p:nvSpPr>
        <p:spPr>
          <a:xfrm>
            <a:off x="11122523" y="6423342"/>
            <a:ext cx="231278" cy="2311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ummary">
    <p:bg>
      <p:bgPr>
        <a:solidFill>
          <a:schemeClr val="accent1">
            <a:hueOff val="-1500000"/>
            <a:satOff val="-60000"/>
            <a:lumOff val="3921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CLICK TO EDIT MASTER TITLE STYLE"/>
          <p:cNvSpPr txBox="1"/>
          <p:nvPr>
            <p:ph type="title" hasCustomPrompt="1"/>
          </p:nvPr>
        </p:nvSpPr>
        <p:spPr>
          <a:xfrm>
            <a:off x="5476875" y="1671639"/>
            <a:ext cx="5111750" cy="1204913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301" name="Body Level One…"/>
          <p:cNvSpPr txBox="1"/>
          <p:nvPr>
            <p:ph type="body" sz="quarter" idx="1"/>
          </p:nvPr>
        </p:nvSpPr>
        <p:spPr>
          <a:xfrm>
            <a:off x="5476875" y="3682546"/>
            <a:ext cx="5111750" cy="152558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SzTx/>
              <a:buFontTx/>
              <a:buNone/>
              <a:defRPr spc="50" sz="1400"/>
            </a:lvl1pPr>
            <a:lvl2pPr marL="0" indent="457200">
              <a:lnSpc>
                <a:spcPct val="100000"/>
              </a:lnSpc>
              <a:buSzTx/>
              <a:buFontTx/>
              <a:buNone/>
              <a:defRPr spc="50" sz="1400"/>
            </a:lvl2pPr>
            <a:lvl3pPr marL="0" indent="914400">
              <a:lnSpc>
                <a:spcPct val="100000"/>
              </a:lnSpc>
              <a:buSzTx/>
              <a:buFontTx/>
              <a:buNone/>
              <a:defRPr spc="50" sz="1400"/>
            </a:lvl3pPr>
            <a:lvl4pPr marL="0" indent="1371600">
              <a:lnSpc>
                <a:spcPct val="100000"/>
              </a:lnSpc>
              <a:buSzTx/>
              <a:buFontTx/>
              <a:buNone/>
              <a:defRPr spc="50" sz="1400"/>
            </a:lvl4pPr>
            <a:lvl5pPr marL="0" indent="1828800">
              <a:lnSpc>
                <a:spcPct val="100000"/>
              </a:lnSpc>
              <a:buSzTx/>
              <a:buFontTx/>
              <a:buNone/>
              <a:defRPr spc="50"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2" name="Straight Connector 22"/>
          <p:cNvSpPr/>
          <p:nvPr/>
        </p:nvSpPr>
        <p:spPr>
          <a:xfrm flipH="1" flipV="1">
            <a:off x="-1" y="876299"/>
            <a:ext cx="4762502" cy="1628776"/>
          </a:xfrm>
          <a:prstGeom prst="line">
            <a:avLst/>
          </a:prstGeom>
          <a:ln w="6350">
            <a:solidFill>
              <a:srgbClr val="E3B18D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03" name="Straight Connector 11"/>
          <p:cNvSpPr/>
          <p:nvPr/>
        </p:nvSpPr>
        <p:spPr>
          <a:xfrm flipH="1" flipV="1">
            <a:off x="2638424" y="-1"/>
            <a:ext cx="2124077" cy="5186364"/>
          </a:xfrm>
          <a:prstGeom prst="line">
            <a:avLst/>
          </a:prstGeom>
          <a:ln w="6350">
            <a:solidFill>
              <a:srgbClr val="E3B18D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04" name="Slide Number"/>
          <p:cNvSpPr txBox="1"/>
          <p:nvPr>
            <p:ph type="sldNum" sz="quarter" idx="2"/>
          </p:nvPr>
        </p:nvSpPr>
        <p:spPr>
          <a:xfrm>
            <a:off x="11122523" y="6423342"/>
            <a:ext cx="231278" cy="2311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CLICK TO EDIT MASTER TITLE STYLE"/>
          <p:cNvSpPr txBox="1"/>
          <p:nvPr>
            <p:ph type="title" hasCustomPrompt="1"/>
          </p:nvPr>
        </p:nvSpPr>
        <p:spPr>
          <a:xfrm>
            <a:off x="4267200" y="1615735"/>
            <a:ext cx="4179571" cy="152473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312" name="Body Level One…"/>
          <p:cNvSpPr txBox="1"/>
          <p:nvPr>
            <p:ph type="body" sz="quarter" idx="1"/>
          </p:nvPr>
        </p:nvSpPr>
        <p:spPr>
          <a:xfrm>
            <a:off x="4267200" y="3238102"/>
            <a:ext cx="4179571" cy="20041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SzTx/>
              <a:buFontTx/>
              <a:buNone/>
              <a:defRPr spc="50" sz="1400"/>
            </a:lvl1pPr>
            <a:lvl2pPr marL="0" indent="457200">
              <a:lnSpc>
                <a:spcPct val="150000"/>
              </a:lnSpc>
              <a:buSzTx/>
              <a:buFontTx/>
              <a:buNone/>
              <a:defRPr spc="50" sz="1400"/>
            </a:lvl2pPr>
            <a:lvl3pPr marL="0" indent="914400">
              <a:lnSpc>
                <a:spcPct val="150000"/>
              </a:lnSpc>
              <a:buSzTx/>
              <a:buFontTx/>
              <a:buNone/>
              <a:defRPr spc="50" sz="1400"/>
            </a:lvl3pPr>
            <a:lvl4pPr marL="0" indent="1371600">
              <a:lnSpc>
                <a:spcPct val="150000"/>
              </a:lnSpc>
              <a:buSzTx/>
              <a:buFontTx/>
              <a:buNone/>
              <a:defRPr spc="50" sz="1400"/>
            </a:lvl4pPr>
            <a:lvl5pPr marL="0" indent="1828800">
              <a:lnSpc>
                <a:spcPct val="150000"/>
              </a:lnSpc>
              <a:buSzTx/>
              <a:buFontTx/>
              <a:buNone/>
              <a:defRPr spc="50"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313" name="Graphic 5" descr="Graphic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3176939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14" name="Slide Number"/>
          <p:cNvSpPr txBox="1"/>
          <p:nvPr>
            <p:ph type="sldNum" sz="quarter" idx="2"/>
          </p:nvPr>
        </p:nvSpPr>
        <p:spPr>
          <a:xfrm>
            <a:off x="11122522" y="6423342"/>
            <a:ext cx="231277" cy="2311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18.xml"/><Relationship Id="rId21" Type="http://schemas.openxmlformats.org/officeDocument/2006/relationships/slideLayout" Target="../slideLayouts/slideLayout1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ICK TO EDIT MASTER TITLE STYLE"/>
          <p:cNvSpPr txBox="1"/>
          <p:nvPr>
            <p:ph type="title" hasCustomPrompt="1"/>
          </p:nvPr>
        </p:nvSpPr>
        <p:spPr>
          <a:xfrm>
            <a:off x="6991350" y="2571234"/>
            <a:ext cx="4179571" cy="17155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CLICK TO EDIT MASTER TITLE STYLE</a:t>
            </a:r>
          </a:p>
        </p:txBody>
      </p:sp>
      <p:pic>
        <p:nvPicPr>
          <p:cNvPr id="3" name="Graphic 4" descr="Graphic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Body Level One…"/>
          <p:cNvSpPr txBox="1"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9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150" strike="noStrike" sz="3600" u="none">
          <a:solidFill>
            <a:srgbClr val="404040"/>
          </a:solidFill>
          <a:uFillTx/>
          <a:latin typeface="Tenorite"/>
          <a:ea typeface="Tenorite"/>
          <a:cs typeface="Tenorite"/>
          <a:sym typeface="Tenorite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150" strike="noStrike" sz="3600" u="none">
          <a:solidFill>
            <a:srgbClr val="404040"/>
          </a:solidFill>
          <a:uFillTx/>
          <a:latin typeface="Tenorite"/>
          <a:ea typeface="Tenorite"/>
          <a:cs typeface="Tenorite"/>
          <a:sym typeface="Tenorite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150" strike="noStrike" sz="3600" u="none">
          <a:solidFill>
            <a:srgbClr val="404040"/>
          </a:solidFill>
          <a:uFillTx/>
          <a:latin typeface="Tenorite"/>
          <a:ea typeface="Tenorite"/>
          <a:cs typeface="Tenorite"/>
          <a:sym typeface="Tenorite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150" strike="noStrike" sz="3600" u="none">
          <a:solidFill>
            <a:srgbClr val="404040"/>
          </a:solidFill>
          <a:uFillTx/>
          <a:latin typeface="Tenorite"/>
          <a:ea typeface="Tenorite"/>
          <a:cs typeface="Tenorite"/>
          <a:sym typeface="Tenorite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150" strike="noStrike" sz="3600" u="none">
          <a:solidFill>
            <a:srgbClr val="404040"/>
          </a:solidFill>
          <a:uFillTx/>
          <a:latin typeface="Tenorite"/>
          <a:ea typeface="Tenorite"/>
          <a:cs typeface="Tenorite"/>
          <a:sym typeface="Tenorite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150" strike="noStrike" sz="3600" u="none">
          <a:solidFill>
            <a:srgbClr val="404040"/>
          </a:solidFill>
          <a:uFillTx/>
          <a:latin typeface="Tenorite"/>
          <a:ea typeface="Tenorite"/>
          <a:cs typeface="Tenorite"/>
          <a:sym typeface="Tenorite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150" strike="noStrike" sz="3600" u="none">
          <a:solidFill>
            <a:srgbClr val="404040"/>
          </a:solidFill>
          <a:uFillTx/>
          <a:latin typeface="Tenorite"/>
          <a:ea typeface="Tenorite"/>
          <a:cs typeface="Tenorite"/>
          <a:sym typeface="Tenorite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150" strike="noStrike" sz="3600" u="none">
          <a:solidFill>
            <a:srgbClr val="404040"/>
          </a:solidFill>
          <a:uFillTx/>
          <a:latin typeface="Tenorite"/>
          <a:ea typeface="Tenorite"/>
          <a:cs typeface="Tenorite"/>
          <a:sym typeface="Tenorite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150" strike="noStrike" sz="3600" u="none">
          <a:solidFill>
            <a:srgbClr val="404040"/>
          </a:solidFill>
          <a:uFillTx/>
          <a:latin typeface="Tenorite"/>
          <a:ea typeface="Tenorite"/>
          <a:cs typeface="Tenorite"/>
          <a:sym typeface="Tenorite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404040"/>
          </a:solidFill>
          <a:uFillTx/>
          <a:latin typeface="Tenorite"/>
          <a:ea typeface="Tenorite"/>
          <a:cs typeface="Tenorite"/>
          <a:sym typeface="Tenorite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404040"/>
          </a:solidFill>
          <a:uFillTx/>
          <a:latin typeface="Tenorite"/>
          <a:ea typeface="Tenorite"/>
          <a:cs typeface="Tenorite"/>
          <a:sym typeface="Tenorite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404040"/>
          </a:solidFill>
          <a:uFillTx/>
          <a:latin typeface="Tenorite"/>
          <a:ea typeface="Tenorite"/>
          <a:cs typeface="Tenorite"/>
          <a:sym typeface="Tenorite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404040"/>
          </a:solidFill>
          <a:uFillTx/>
          <a:latin typeface="Tenorite"/>
          <a:ea typeface="Tenorite"/>
          <a:cs typeface="Tenorite"/>
          <a:sym typeface="Tenorite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404040"/>
          </a:solidFill>
          <a:uFillTx/>
          <a:latin typeface="Tenorite"/>
          <a:ea typeface="Tenorite"/>
          <a:cs typeface="Tenorite"/>
          <a:sym typeface="Tenorite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404040"/>
          </a:solidFill>
          <a:uFillTx/>
          <a:latin typeface="Tenorite"/>
          <a:ea typeface="Tenorite"/>
          <a:cs typeface="Tenorite"/>
          <a:sym typeface="Tenorite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404040"/>
          </a:solidFill>
          <a:uFillTx/>
          <a:latin typeface="Tenorite"/>
          <a:ea typeface="Tenorite"/>
          <a:cs typeface="Tenorite"/>
          <a:sym typeface="Tenorite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404040"/>
          </a:solidFill>
          <a:uFillTx/>
          <a:latin typeface="Tenorite"/>
          <a:ea typeface="Tenorite"/>
          <a:cs typeface="Tenorite"/>
          <a:sym typeface="Tenorite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404040"/>
          </a:solidFill>
          <a:uFillTx/>
          <a:latin typeface="Tenorite"/>
          <a:ea typeface="Tenorite"/>
          <a:cs typeface="Tenorite"/>
          <a:sym typeface="Tenorite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Tenorite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Tenorite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Tenorite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Tenorite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Tenorite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Tenorite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Tenorite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Tenorite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Tenorit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Title 1"/>
          <p:cNvSpPr txBox="1"/>
          <p:nvPr>
            <p:ph type="ctrTitle"/>
          </p:nvPr>
        </p:nvSpPr>
        <p:spPr>
          <a:xfrm>
            <a:off x="6416040" y="4434840"/>
            <a:ext cx="4941771" cy="1122203"/>
          </a:xfrm>
          <a:prstGeom prst="rect">
            <a:avLst/>
          </a:prstGeom>
        </p:spPr>
        <p:txBody>
          <a:bodyPr/>
          <a:lstStyle>
            <a:lvl1pPr defTabSz="905255">
              <a:defRPr spc="99" sz="3564"/>
            </a:lvl1pPr>
          </a:lstStyle>
          <a:p>
            <a:pPr/>
            <a:r>
              <a:t>Group A Presentation</a:t>
            </a:r>
          </a:p>
        </p:txBody>
      </p:sp>
      <p:sp>
        <p:nvSpPr>
          <p:cNvPr id="324" name="Subtitle 2"/>
          <p:cNvSpPr txBox="1"/>
          <p:nvPr>
            <p:ph type="subTitle" sz="quarter" idx="1"/>
          </p:nvPr>
        </p:nvSpPr>
        <p:spPr>
          <a:xfrm>
            <a:off x="6416040" y="5586889"/>
            <a:ext cx="4941771" cy="396661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 sz="1200"/>
            </a:lvl1pPr>
          </a:lstStyle>
          <a:p>
            <a:pPr/>
            <a:r>
              <a:t>Richard Badea, Rostyslav Kuznets, Kevin Alabi, King Diamonds Ebs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Footer Placeholder 4"/>
          <p:cNvSpPr txBox="1"/>
          <p:nvPr/>
        </p:nvSpPr>
        <p:spPr>
          <a:xfrm>
            <a:off x="2715606" y="6265364"/>
            <a:ext cx="2391403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latin typeface="Abadi"/>
                <a:ea typeface="Abadi"/>
                <a:cs typeface="Abadi"/>
                <a:sym typeface="Abadi"/>
              </a:defRPr>
            </a:lvl1pPr>
          </a:lstStyle>
          <a:p>
            <a:pPr/>
            <a:r>
              <a:t>Rostyslav Kuznets</a:t>
            </a:r>
          </a:p>
        </p:txBody>
      </p:sp>
      <p:sp>
        <p:nvSpPr>
          <p:cNvPr id="327" name="Title 1"/>
          <p:cNvSpPr txBox="1"/>
          <p:nvPr>
            <p:ph type="title"/>
          </p:nvPr>
        </p:nvSpPr>
        <p:spPr>
          <a:xfrm>
            <a:off x="1333499" y="1020444"/>
            <a:ext cx="3171826" cy="1325564"/>
          </a:xfrm>
          <a:prstGeom prst="rect">
            <a:avLst/>
          </a:prstGeom>
        </p:spPr>
        <p:txBody>
          <a:bodyPr/>
          <a:lstStyle>
            <a:lvl1pPr>
              <a:defRPr spc="100"/>
            </a:lvl1pPr>
          </a:lstStyle>
          <a:p>
            <a:pPr/>
            <a:r>
              <a:t>System Overview</a:t>
            </a:r>
          </a:p>
        </p:txBody>
      </p:sp>
      <p:sp>
        <p:nvSpPr>
          <p:cNvPr id="328" name="Subtitle 2"/>
          <p:cNvSpPr txBox="1"/>
          <p:nvPr>
            <p:ph type="body" sz="quarter" idx="1"/>
          </p:nvPr>
        </p:nvSpPr>
        <p:spPr>
          <a:xfrm>
            <a:off x="1333499" y="2924174"/>
            <a:ext cx="3171826" cy="2519365"/>
          </a:xfrm>
          <a:prstGeom prst="rect">
            <a:avLst/>
          </a:prstGeom>
        </p:spPr>
        <p:txBody>
          <a:bodyPr/>
          <a:lstStyle/>
          <a:p>
            <a:pPr marL="285750" indent="-285750">
              <a:buSzPct val="100000"/>
              <a:buFont typeface="Arial"/>
              <a:buChar char="•"/>
              <a:defRPr sz="1600">
                <a:latin typeface="Abadi"/>
                <a:ea typeface="Abadi"/>
                <a:cs typeface="Abadi"/>
                <a:sym typeface="Abadi"/>
              </a:defRPr>
            </a:pPr>
            <a:r>
              <a:t>Our application was based on an online shopping cart</a:t>
            </a:r>
          </a:p>
          <a:p>
            <a:pPr marL="285750" indent="-285750">
              <a:buSzPct val="100000"/>
              <a:buFont typeface="Arial"/>
              <a:buChar char="•"/>
              <a:defRPr sz="1600">
                <a:latin typeface="Abadi"/>
                <a:ea typeface="Abadi"/>
                <a:cs typeface="Abadi"/>
                <a:sym typeface="Abadi"/>
              </a:defRPr>
            </a:pPr>
            <a:r>
              <a:t>Allowing the user to add, delete, and views items in a virtual shopping cart</a:t>
            </a:r>
          </a:p>
          <a:p>
            <a:pPr marL="285750" indent="-285750">
              <a:buSzPct val="100000"/>
              <a:buFont typeface="Arial"/>
              <a:buChar char="•"/>
              <a:defRPr sz="1600">
                <a:latin typeface="Abadi"/>
                <a:ea typeface="Abadi"/>
                <a:cs typeface="Abadi"/>
                <a:sym typeface="Abadi"/>
              </a:defRPr>
            </a:pPr>
            <a:r>
              <a:t>Lastly it allows the user to purchase their items</a:t>
            </a:r>
          </a:p>
        </p:txBody>
      </p:sp>
      <p:sp>
        <p:nvSpPr>
          <p:cNvPr id="329" name="Date Placeholder 5"/>
          <p:cNvSpPr txBox="1"/>
          <p:nvPr/>
        </p:nvSpPr>
        <p:spPr>
          <a:xfrm>
            <a:off x="1379219" y="6308613"/>
            <a:ext cx="893719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888888"/>
                </a:solidFill>
              </a:defRPr>
            </a:lvl1pPr>
          </a:lstStyle>
          <a:p>
            <a:pPr/>
            <a:r>
              <a:t>2026</a:t>
            </a:r>
          </a:p>
        </p:txBody>
      </p:sp>
      <p:sp>
        <p:nvSpPr>
          <p:cNvPr id="330" name="Slide Number Placeholder 3"/>
          <p:cNvSpPr txBox="1"/>
          <p:nvPr>
            <p:ph type="sldNum" sz="quarter" idx="2"/>
          </p:nvPr>
        </p:nvSpPr>
        <p:spPr>
          <a:xfrm>
            <a:off x="6356148" y="6423342"/>
            <a:ext cx="167710" cy="231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Footer Placeholder 4"/>
          <p:cNvSpPr txBox="1"/>
          <p:nvPr/>
        </p:nvSpPr>
        <p:spPr>
          <a:xfrm>
            <a:off x="5270182" y="6385242"/>
            <a:ext cx="1651636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latin typeface="Abadi"/>
                <a:ea typeface="Abadi"/>
                <a:cs typeface="Abadi"/>
                <a:sym typeface="Abadi"/>
              </a:defRPr>
            </a:lvl1pPr>
          </a:lstStyle>
          <a:p>
            <a:pPr/>
            <a:r>
              <a:t>Richard Badea</a:t>
            </a:r>
          </a:p>
        </p:txBody>
      </p:sp>
      <p:sp>
        <p:nvSpPr>
          <p:cNvPr id="333" name="Title 1"/>
          <p:cNvSpPr txBox="1"/>
          <p:nvPr>
            <p:ph type="title"/>
          </p:nvPr>
        </p:nvSpPr>
        <p:spPr>
          <a:xfrm>
            <a:off x="1362075" y="1671639"/>
            <a:ext cx="5111750" cy="1204913"/>
          </a:xfrm>
          <a:prstGeom prst="rect">
            <a:avLst/>
          </a:prstGeom>
        </p:spPr>
        <p:txBody>
          <a:bodyPr/>
          <a:lstStyle>
            <a:lvl1pPr>
              <a:defRPr spc="100"/>
            </a:lvl1pPr>
          </a:lstStyle>
          <a:p>
            <a:pPr/>
            <a:r>
              <a:t>Demonstration of prototype</a:t>
            </a:r>
          </a:p>
        </p:txBody>
      </p:sp>
      <p:sp>
        <p:nvSpPr>
          <p:cNvPr id="334" name="Content Placeholder 2"/>
          <p:cNvSpPr txBox="1"/>
          <p:nvPr>
            <p:ph type="body" sz="quarter" idx="1"/>
          </p:nvPr>
        </p:nvSpPr>
        <p:spPr>
          <a:xfrm>
            <a:off x="1362075" y="3660773"/>
            <a:ext cx="5111750" cy="1776200"/>
          </a:xfrm>
          <a:prstGeom prst="rect">
            <a:avLst/>
          </a:prstGeom>
        </p:spPr>
        <p:txBody>
          <a:bodyPr/>
          <a:lstStyle/>
          <a:p>
            <a:pPr marL="285750" indent="-285750">
              <a:buSzPct val="100000"/>
              <a:buFont typeface="Arial"/>
              <a:buChar char="•"/>
              <a:defRPr spc="0">
                <a:latin typeface="Abadi"/>
                <a:ea typeface="Abadi"/>
                <a:cs typeface="Abadi"/>
                <a:sym typeface="Abadi"/>
              </a:defRPr>
            </a:pPr>
            <a:r>
              <a:t>The user adds the item(s) they wish to purchase.</a:t>
            </a:r>
          </a:p>
          <a:p>
            <a:pPr marL="285750" indent="-285750">
              <a:buSzPct val="100000"/>
              <a:buFont typeface="Arial"/>
              <a:buChar char="•"/>
              <a:defRPr>
                <a:latin typeface="Abadi"/>
                <a:ea typeface="Abadi"/>
                <a:cs typeface="Abadi"/>
                <a:sym typeface="Abadi"/>
              </a:defRPr>
            </a:pPr>
          </a:p>
          <a:p>
            <a:pPr marL="285750" indent="-285750">
              <a:buSzPct val="100000"/>
              <a:buFont typeface="Arial"/>
              <a:buChar char="•"/>
              <a:defRPr spc="0">
                <a:latin typeface="Abadi"/>
                <a:ea typeface="Abadi"/>
                <a:cs typeface="Abadi"/>
                <a:sym typeface="Abadi"/>
              </a:defRPr>
            </a:pPr>
            <a:r>
              <a:t>The GUI responds back through the TextArea</a:t>
            </a:r>
          </a:p>
          <a:p>
            <a:pPr marL="285750" indent="-285750">
              <a:buSzPct val="100000"/>
              <a:buFont typeface="Arial"/>
              <a:buChar char="•"/>
              <a:defRPr>
                <a:latin typeface="Abadi"/>
                <a:ea typeface="Abadi"/>
                <a:cs typeface="Abadi"/>
                <a:sym typeface="Abadi"/>
              </a:defRPr>
            </a:pPr>
          </a:p>
          <a:p>
            <a:pPr marL="285750" indent="-285750">
              <a:buSzPct val="100000"/>
              <a:buFont typeface="Arial"/>
              <a:buChar char="•"/>
              <a:defRPr spc="0">
                <a:latin typeface="Abadi"/>
                <a:ea typeface="Abadi"/>
                <a:cs typeface="Abadi"/>
                <a:sym typeface="Abadi"/>
              </a:defRPr>
            </a:pPr>
            <a:r>
              <a:t>The details are stored in a .dat file</a:t>
            </a:r>
          </a:p>
        </p:txBody>
      </p:sp>
      <p:sp>
        <p:nvSpPr>
          <p:cNvPr id="335" name="Date Placeholder 3"/>
          <p:cNvSpPr txBox="1"/>
          <p:nvPr/>
        </p:nvSpPr>
        <p:spPr>
          <a:xfrm>
            <a:off x="883919" y="6385242"/>
            <a:ext cx="2651762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888888"/>
                </a:solidFill>
                <a:latin typeface="Abadi"/>
                <a:ea typeface="Abadi"/>
                <a:cs typeface="Abadi"/>
                <a:sym typeface="Abadi"/>
              </a:defRPr>
            </a:lvl1pPr>
          </a:lstStyle>
          <a:p>
            <a:pPr/>
            <a:r>
              <a:t>2026</a:t>
            </a:r>
          </a:p>
        </p:txBody>
      </p:sp>
      <p:sp>
        <p:nvSpPr>
          <p:cNvPr id="336" name="Slide Number Placeholder 5"/>
          <p:cNvSpPr txBox="1"/>
          <p:nvPr>
            <p:ph type="sldNum" sz="quarter" idx="2"/>
          </p:nvPr>
        </p:nvSpPr>
        <p:spPr>
          <a:xfrm>
            <a:off x="11186091" y="6423342"/>
            <a:ext cx="167709" cy="231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337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967538" y="269025"/>
            <a:ext cx="4248744" cy="60873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Challenges faced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740663">
              <a:defRPr spc="121" sz="2268"/>
            </a:pPr>
            <a:r>
              <a:t>Challenges faced</a:t>
            </a:r>
          </a:p>
          <a:p>
            <a:pPr defTabSz="740663">
              <a:defRPr spc="121" sz="2268"/>
            </a:pPr>
          </a:p>
        </p:txBody>
      </p:sp>
      <p:sp>
        <p:nvSpPr>
          <p:cNvPr id="340" name="Some challenges we faced were,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Some challenges we faced were,</a:t>
            </a:r>
          </a:p>
          <a:p>
            <a:pPr/>
            <a:r>
              <a:t>Handling invalid input</a:t>
            </a:r>
          </a:p>
          <a:p>
            <a:pPr/>
            <a:r>
              <a:t>Fixing the remove button logic</a:t>
            </a:r>
          </a:p>
          <a:p>
            <a:pPr/>
            <a:r>
              <a:t>Working on GitHub as a team.</a:t>
            </a:r>
          </a:p>
        </p:txBody>
      </p:sp>
      <p:sp>
        <p:nvSpPr>
          <p:cNvPr id="341" name="Slide Number"/>
          <p:cNvSpPr txBox="1"/>
          <p:nvPr>
            <p:ph type="sldNum" sz="quarter" idx="2"/>
          </p:nvPr>
        </p:nvSpPr>
        <p:spPr>
          <a:xfrm>
            <a:off x="6356148" y="6423342"/>
            <a:ext cx="167709" cy="231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42" name="Kevin Alabi"/>
          <p:cNvSpPr txBox="1"/>
          <p:nvPr/>
        </p:nvSpPr>
        <p:spPr>
          <a:xfrm>
            <a:off x="4752861" y="6353492"/>
            <a:ext cx="1235309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Kevin Alabi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Footer Placeholder 4"/>
          <p:cNvSpPr txBox="1"/>
          <p:nvPr/>
        </p:nvSpPr>
        <p:spPr>
          <a:xfrm>
            <a:off x="6525441" y="6385242"/>
            <a:ext cx="2570118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latin typeface="Abadi"/>
                <a:ea typeface="Abadi"/>
                <a:cs typeface="Abadi"/>
                <a:sym typeface="Abadi"/>
              </a:defRPr>
            </a:lvl1pPr>
          </a:lstStyle>
          <a:p>
            <a:pPr/>
            <a:r>
              <a:t>Group A</a:t>
            </a:r>
          </a:p>
        </p:txBody>
      </p:sp>
      <p:sp>
        <p:nvSpPr>
          <p:cNvPr id="345" name="Title 1"/>
          <p:cNvSpPr txBox="1"/>
          <p:nvPr>
            <p:ph type="title"/>
          </p:nvPr>
        </p:nvSpPr>
        <p:spPr>
          <a:xfrm>
            <a:off x="4267199" y="1615735"/>
            <a:ext cx="4179572" cy="1524736"/>
          </a:xfrm>
          <a:prstGeom prst="rect">
            <a:avLst/>
          </a:prstGeom>
        </p:spPr>
        <p:txBody>
          <a:bodyPr/>
          <a:lstStyle>
            <a:lvl1pPr>
              <a:defRPr spc="100"/>
            </a:lvl1pPr>
          </a:lstStyle>
          <a:p>
            <a:pPr/>
            <a:r>
              <a:t>Thanks For Watching</a:t>
            </a:r>
          </a:p>
        </p:txBody>
      </p:sp>
      <p:sp>
        <p:nvSpPr>
          <p:cNvPr id="346" name="Content Placeholder 2"/>
          <p:cNvSpPr txBox="1"/>
          <p:nvPr>
            <p:ph type="body" sz="quarter" idx="1"/>
          </p:nvPr>
        </p:nvSpPr>
        <p:spPr>
          <a:xfrm>
            <a:off x="4267199" y="3238102"/>
            <a:ext cx="4179572" cy="2004162"/>
          </a:xfrm>
          <a:prstGeom prst="rect">
            <a:avLst/>
          </a:prstGeom>
        </p:spPr>
        <p:txBody>
          <a:bodyPr/>
          <a:lstStyle/>
          <a:p>
            <a:pPr>
              <a:defRPr spc="0"/>
            </a:pPr>
            <a:r>
              <a:t>Richard Badea (x24378823)</a:t>
            </a:r>
          </a:p>
          <a:p>
            <a:pPr>
              <a:defRPr spc="0"/>
            </a:pPr>
            <a:r>
              <a:t>Rostyslav Kuznets (x24326776)</a:t>
            </a:r>
          </a:p>
          <a:p>
            <a:pPr>
              <a:defRPr spc="0"/>
            </a:pPr>
            <a:r>
              <a:t>Kevin Alabi (x23382521)</a:t>
            </a:r>
          </a:p>
          <a:p>
            <a:pPr>
              <a:defRPr spc="0"/>
            </a:pPr>
            <a:r>
              <a:t>King Diamonds Ebs (x22387341)</a:t>
            </a:r>
          </a:p>
        </p:txBody>
      </p:sp>
      <p:sp>
        <p:nvSpPr>
          <p:cNvPr id="347" name="Date Placeholder 3"/>
          <p:cNvSpPr txBox="1"/>
          <p:nvPr/>
        </p:nvSpPr>
        <p:spPr>
          <a:xfrm>
            <a:off x="4312920" y="6385242"/>
            <a:ext cx="168293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888888"/>
                </a:solidFill>
                <a:latin typeface="Abadi"/>
                <a:ea typeface="Abadi"/>
                <a:cs typeface="Abadi"/>
                <a:sym typeface="Abadi"/>
              </a:defRPr>
            </a:lvl1pPr>
          </a:lstStyle>
          <a:p>
            <a:pPr/>
            <a:r>
              <a:t>2026</a:t>
            </a:r>
          </a:p>
        </p:txBody>
      </p:sp>
      <p:sp>
        <p:nvSpPr>
          <p:cNvPr id="348" name="Slide Number Placeholder 5"/>
          <p:cNvSpPr txBox="1"/>
          <p:nvPr>
            <p:ph type="sldNum" sz="quarter" idx="2"/>
          </p:nvPr>
        </p:nvSpPr>
        <p:spPr>
          <a:xfrm>
            <a:off x="11186090" y="6423342"/>
            <a:ext cx="167709" cy="231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Monoline">
  <a:themeElements>
    <a:clrScheme name="Monolin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Monolin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Monolin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hueOff val="-1500000"/>
            <a:satOff val="-60000"/>
            <a:lumOff val="3921"/>
          </a:schemeClr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enorite"/>
            <a:ea typeface="Tenorite"/>
            <a:cs typeface="Tenorite"/>
            <a:sym typeface="Tenorit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enorite"/>
            <a:ea typeface="Tenorite"/>
            <a:cs typeface="Tenorite"/>
            <a:sym typeface="Tenorit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Monoline">
  <a:themeElements>
    <a:clrScheme name="Monolin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Monolin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Monolin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hueOff val="-1500000"/>
            <a:satOff val="-60000"/>
            <a:lumOff val="3921"/>
          </a:schemeClr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enorite"/>
            <a:ea typeface="Tenorite"/>
            <a:cs typeface="Tenorite"/>
            <a:sym typeface="Tenorit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enorite"/>
            <a:ea typeface="Tenorite"/>
            <a:cs typeface="Tenorite"/>
            <a:sym typeface="Tenorit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